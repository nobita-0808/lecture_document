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4" r:id="rId3"/>
    <p:sldId id="261" r:id="rId4"/>
    <p:sldId id="279" r:id="rId5"/>
    <p:sldId id="280" r:id="rId6"/>
    <p:sldId id="269" r:id="rId7"/>
    <p:sldId id="283" r:id="rId8"/>
    <p:sldId id="282" r:id="rId9"/>
    <p:sldId id="276" r:id="rId10"/>
    <p:sldId id="278" r:id="rId11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00B041-A851-4CAB-A00F-E1D04598EFA5}" v="37" dt="2026-03-27T07:39:17.20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9" d="100"/>
          <a:sy n="129" d="100"/>
        </p:scale>
        <p:origin x="2100" y="3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賢 宮本" userId="4e484cef2ba5051b" providerId="LiveId" clId="{72CE4236-0583-4672-AA7F-EA39505C199A}"/>
    <pc:docChg chg="undo custSel addSld delSld modSld">
      <pc:chgData name="賢 宮本" userId="4e484cef2ba5051b" providerId="LiveId" clId="{72CE4236-0583-4672-AA7F-EA39505C199A}" dt="2026-04-09T12:01:42.364" v="889" actId="1076"/>
      <pc:docMkLst>
        <pc:docMk/>
      </pc:docMkLst>
      <pc:sldChg chg="addSp delSp modSp mod">
        <pc:chgData name="賢 宮本" userId="4e484cef2ba5051b" providerId="LiveId" clId="{72CE4236-0583-4672-AA7F-EA39505C199A}" dt="2026-03-27T07:24:28.248" v="571" actId="20577"/>
        <pc:sldMkLst>
          <pc:docMk/>
          <pc:sldMk cId="0" sldId="256"/>
        </pc:sldMkLst>
        <pc:spChg chg="add mod">
          <ac:chgData name="賢 宮本" userId="4e484cef2ba5051b" providerId="LiveId" clId="{72CE4236-0583-4672-AA7F-EA39505C199A}" dt="2026-03-27T07:24:28.248" v="571" actId="20577"/>
          <ac:spMkLst>
            <pc:docMk/>
            <pc:sldMk cId="0" sldId="256"/>
            <ac:spMk id="3" creationId="{82033FBB-FEC1-1FE5-3518-BED51F57C233}"/>
          </ac:spMkLst>
        </pc:spChg>
      </pc:sldChg>
      <pc:sldChg chg="addSp delSp modSp mod">
        <pc:chgData name="賢 宮本" userId="4e484cef2ba5051b" providerId="LiveId" clId="{72CE4236-0583-4672-AA7F-EA39505C199A}" dt="2026-04-09T11:47:04.984" v="881" actId="255"/>
        <pc:sldMkLst>
          <pc:docMk/>
          <pc:sldMk cId="0" sldId="261"/>
        </pc:sldMkLst>
        <pc:spChg chg="mod">
          <ac:chgData name="賢 宮本" userId="4e484cef2ba5051b" providerId="LiveId" clId="{72CE4236-0583-4672-AA7F-EA39505C199A}" dt="2026-03-11T07:50:29.449" v="50" actId="6549"/>
          <ac:spMkLst>
            <pc:docMk/>
            <pc:sldMk cId="0" sldId="261"/>
            <ac:spMk id="2" creationId="{00000000-0000-0000-0000-000000000000}"/>
          </ac:spMkLst>
        </pc:spChg>
        <pc:spChg chg="mod">
          <ac:chgData name="賢 宮本" userId="4e484cef2ba5051b" providerId="LiveId" clId="{72CE4236-0583-4672-AA7F-EA39505C199A}" dt="2026-04-09T11:47:04.984" v="881" actId="255"/>
          <ac:spMkLst>
            <pc:docMk/>
            <pc:sldMk cId="0" sldId="261"/>
            <ac:spMk id="4" creationId="{00000000-0000-0000-0000-000000000000}"/>
          </ac:spMkLst>
        </pc:spChg>
        <pc:spChg chg="mod">
          <ac:chgData name="賢 宮本" userId="4e484cef2ba5051b" providerId="LiveId" clId="{72CE4236-0583-4672-AA7F-EA39505C199A}" dt="2026-04-09T11:46:39.803" v="879" actId="6549"/>
          <ac:spMkLst>
            <pc:docMk/>
            <pc:sldMk cId="0" sldId="261"/>
            <ac:spMk id="8" creationId="{00000000-0000-0000-0000-000000000000}"/>
          </ac:spMkLst>
        </pc:spChg>
        <pc:picChg chg="add mod">
          <ac:chgData name="賢 宮本" userId="4e484cef2ba5051b" providerId="LiveId" clId="{72CE4236-0583-4672-AA7F-EA39505C199A}" dt="2026-03-11T07:52:41.859" v="55" actId="1076"/>
          <ac:picMkLst>
            <pc:docMk/>
            <pc:sldMk cId="0" sldId="261"/>
            <ac:picMk id="5" creationId="{FB21759B-6D71-1578-8581-81919FCB1458}"/>
          </ac:picMkLst>
        </pc:picChg>
      </pc:sldChg>
      <pc:sldChg chg="addSp delSp modSp mod">
        <pc:chgData name="賢 宮本" userId="4e484cef2ba5051b" providerId="LiveId" clId="{72CE4236-0583-4672-AA7F-EA39505C199A}" dt="2026-04-09T11:47:46.874" v="884" actId="6549"/>
        <pc:sldMkLst>
          <pc:docMk/>
          <pc:sldMk cId="0" sldId="269"/>
        </pc:sldMkLst>
        <pc:spChg chg="add mod">
          <ac:chgData name="賢 宮本" userId="4e484cef2ba5051b" providerId="LiveId" clId="{72CE4236-0583-4672-AA7F-EA39505C199A}" dt="2026-04-09T11:47:46.874" v="884" actId="6549"/>
          <ac:spMkLst>
            <pc:docMk/>
            <pc:sldMk cId="0" sldId="269"/>
            <ac:spMk id="10" creationId="{F1D5A07A-3C06-B222-BEC1-81DEE0A35242}"/>
          </ac:spMkLst>
        </pc:spChg>
        <pc:spChg chg="add mod">
          <ac:chgData name="賢 宮本" userId="4e484cef2ba5051b" providerId="LiveId" clId="{72CE4236-0583-4672-AA7F-EA39505C199A}" dt="2026-03-27T07:36:19.491" v="805"/>
          <ac:spMkLst>
            <pc:docMk/>
            <pc:sldMk cId="0" sldId="269"/>
            <ac:spMk id="11" creationId="{041AA39B-ED36-0317-82F1-31B1BD0A9BDA}"/>
          </ac:spMkLst>
        </pc:spChg>
        <pc:spChg chg="add mod">
          <ac:chgData name="賢 宮本" userId="4e484cef2ba5051b" providerId="LiveId" clId="{72CE4236-0583-4672-AA7F-EA39505C199A}" dt="2026-03-27T07:36:19.491" v="805"/>
          <ac:spMkLst>
            <pc:docMk/>
            <pc:sldMk cId="0" sldId="269"/>
            <ac:spMk id="12" creationId="{8DC3F727-D1B8-E783-914B-BE108C43BF8D}"/>
          </ac:spMkLst>
        </pc:spChg>
        <pc:spChg chg="add mod">
          <ac:chgData name="賢 宮本" userId="4e484cef2ba5051b" providerId="LiveId" clId="{72CE4236-0583-4672-AA7F-EA39505C199A}" dt="2026-03-27T07:37:11.615" v="825" actId="20577"/>
          <ac:spMkLst>
            <pc:docMk/>
            <pc:sldMk cId="0" sldId="269"/>
            <ac:spMk id="13" creationId="{7997F2BA-C148-6BAE-0D16-9F9CAAA32CE3}"/>
          </ac:spMkLst>
        </pc:spChg>
        <pc:picChg chg="add mod">
          <ac:chgData name="賢 宮本" userId="4e484cef2ba5051b" providerId="LiveId" clId="{72CE4236-0583-4672-AA7F-EA39505C199A}" dt="2026-03-27T07:36:19.491" v="805"/>
          <ac:picMkLst>
            <pc:docMk/>
            <pc:sldMk cId="0" sldId="269"/>
            <ac:picMk id="14" creationId="{570CA36F-38DF-CF3F-30F2-E0502570C786}"/>
          </ac:picMkLst>
        </pc:picChg>
      </pc:sldChg>
      <pc:sldChg chg="modSp mod">
        <pc:chgData name="賢 宮本" userId="4e484cef2ba5051b" providerId="LiveId" clId="{72CE4236-0583-4672-AA7F-EA39505C199A}" dt="2026-03-11T08:34:26.226" v="524" actId="20577"/>
        <pc:sldMkLst>
          <pc:docMk/>
          <pc:sldMk cId="0" sldId="276"/>
        </pc:sldMkLst>
        <pc:spChg chg="mod">
          <ac:chgData name="賢 宮本" userId="4e484cef2ba5051b" providerId="LiveId" clId="{72CE4236-0583-4672-AA7F-EA39505C199A}" dt="2026-03-11T08:34:26.226" v="524" actId="20577"/>
          <ac:spMkLst>
            <pc:docMk/>
            <pc:sldMk cId="0" sldId="276"/>
            <ac:spMk id="3" creationId="{00000000-0000-0000-0000-000000000000}"/>
          </ac:spMkLst>
        </pc:spChg>
      </pc:sldChg>
      <pc:sldChg chg="addSp delSp modSp mod">
        <pc:chgData name="賢 宮本" userId="4e484cef2ba5051b" providerId="LiveId" clId="{72CE4236-0583-4672-AA7F-EA39505C199A}" dt="2026-04-09T11:47:35.014" v="882" actId="6549"/>
        <pc:sldMkLst>
          <pc:docMk/>
          <pc:sldMk cId="214681220" sldId="279"/>
        </pc:sldMkLst>
        <pc:spChg chg="add mod">
          <ac:chgData name="賢 宮本" userId="4e484cef2ba5051b" providerId="LiveId" clId="{72CE4236-0583-4672-AA7F-EA39505C199A}" dt="2026-04-09T11:47:35.014" v="882" actId="6549"/>
          <ac:spMkLst>
            <pc:docMk/>
            <pc:sldMk cId="214681220" sldId="279"/>
            <ac:spMk id="5" creationId="{629735BB-1699-3B97-F24D-DE6BE15538FE}"/>
          </ac:spMkLst>
        </pc:spChg>
        <pc:spChg chg="mod">
          <ac:chgData name="賢 宮本" userId="4e484cef2ba5051b" providerId="LiveId" clId="{72CE4236-0583-4672-AA7F-EA39505C199A}" dt="2026-03-27T07:29:57.472" v="754" actId="2710"/>
          <ac:spMkLst>
            <pc:docMk/>
            <pc:sldMk cId="214681220" sldId="279"/>
            <ac:spMk id="10" creationId="{A268F064-F46A-1B7F-5043-56C15D1C29FF}"/>
          </ac:spMkLst>
        </pc:spChg>
        <pc:graphicFrameChg chg="mod modGraphic">
          <ac:chgData name="賢 宮本" userId="4e484cef2ba5051b" providerId="LiveId" clId="{72CE4236-0583-4672-AA7F-EA39505C199A}" dt="2026-03-27T07:30:02.802" v="755" actId="1076"/>
          <ac:graphicFrameMkLst>
            <pc:docMk/>
            <pc:sldMk cId="214681220" sldId="279"/>
            <ac:graphicFrameMk id="11" creationId="{8EF0E913-5A1E-AD04-D98B-AFB5A71CDC3E}"/>
          </ac:graphicFrameMkLst>
        </pc:graphicFrameChg>
      </pc:sldChg>
      <pc:sldChg chg="addSp delSp modSp mod">
        <pc:chgData name="賢 宮本" userId="4e484cef2ba5051b" providerId="LiveId" clId="{72CE4236-0583-4672-AA7F-EA39505C199A}" dt="2026-04-09T11:47:40.715" v="883" actId="6549"/>
        <pc:sldMkLst>
          <pc:docMk/>
          <pc:sldMk cId="908401336" sldId="280"/>
        </pc:sldMkLst>
        <pc:spChg chg="mod">
          <ac:chgData name="賢 宮本" userId="4e484cef2ba5051b" providerId="LiveId" clId="{72CE4236-0583-4672-AA7F-EA39505C199A}" dt="2026-03-27T07:35:00.904" v="802" actId="20577"/>
          <ac:spMkLst>
            <pc:docMk/>
            <pc:sldMk cId="908401336" sldId="280"/>
            <ac:spMk id="6" creationId="{0846D6FD-972F-D05B-3891-0325BD010D86}"/>
          </ac:spMkLst>
        </pc:spChg>
        <pc:spChg chg="add mod">
          <ac:chgData name="賢 宮本" userId="4e484cef2ba5051b" providerId="LiveId" clId="{72CE4236-0583-4672-AA7F-EA39505C199A}" dt="2026-04-09T11:47:40.715" v="883" actId="6549"/>
          <ac:spMkLst>
            <pc:docMk/>
            <pc:sldMk cId="908401336" sldId="280"/>
            <ac:spMk id="10" creationId="{B0AE396D-F228-0AC1-D8DD-54293738C5D8}"/>
          </ac:spMkLst>
        </pc:spChg>
        <pc:picChg chg="add mod">
          <ac:chgData name="賢 宮本" userId="4e484cef2ba5051b" providerId="LiveId" clId="{72CE4236-0583-4672-AA7F-EA39505C199A}" dt="2026-03-27T07:31:55.445" v="769" actId="1076"/>
          <ac:picMkLst>
            <pc:docMk/>
            <pc:sldMk cId="908401336" sldId="280"/>
            <ac:picMk id="3" creationId="{232775F6-565F-77C9-8D58-7497619C6128}"/>
          </ac:picMkLst>
        </pc:picChg>
        <pc:picChg chg="mod">
          <ac:chgData name="賢 宮本" userId="4e484cef2ba5051b" providerId="LiveId" clId="{72CE4236-0583-4672-AA7F-EA39505C199A}" dt="2026-03-20T11:33:10.009" v="531" actId="1076"/>
          <ac:picMkLst>
            <pc:docMk/>
            <pc:sldMk cId="908401336" sldId="280"/>
            <ac:picMk id="8" creationId="{7DBDCAC2-9670-777D-5D33-F6D0A5C81EAA}"/>
          </ac:picMkLst>
        </pc:picChg>
        <pc:picChg chg="add mod">
          <ac:chgData name="賢 宮本" userId="4e484cef2ba5051b" providerId="LiveId" clId="{72CE4236-0583-4672-AA7F-EA39505C199A}" dt="2026-03-27T07:31:57.072" v="770" actId="1076"/>
          <ac:picMkLst>
            <pc:docMk/>
            <pc:sldMk cId="908401336" sldId="280"/>
            <ac:picMk id="9" creationId="{98A0A346-30B8-93ED-AE8D-FCC9726D12E6}"/>
          </ac:picMkLst>
        </pc:picChg>
      </pc:sldChg>
      <pc:sldChg chg="addSp delSp modSp mod">
        <pc:chgData name="賢 宮本" userId="4e484cef2ba5051b" providerId="LiveId" clId="{72CE4236-0583-4672-AA7F-EA39505C199A}" dt="2026-04-09T12:01:19.851" v="888" actId="1076"/>
        <pc:sldMkLst>
          <pc:docMk/>
          <pc:sldMk cId="3722417845" sldId="282"/>
        </pc:sldMkLst>
        <pc:spChg chg="mod ord">
          <ac:chgData name="賢 宮本" userId="4e484cef2ba5051b" providerId="LiveId" clId="{72CE4236-0583-4672-AA7F-EA39505C199A}" dt="2026-03-11T08:32:34.087" v="468" actId="1076"/>
          <ac:spMkLst>
            <pc:docMk/>
            <pc:sldMk cId="3722417845" sldId="282"/>
            <ac:spMk id="2" creationId="{00000000-0008-0000-0100-000008000000}"/>
          </ac:spMkLst>
        </pc:spChg>
        <pc:spChg chg="mod">
          <ac:chgData name="賢 宮本" userId="4e484cef2ba5051b" providerId="LiveId" clId="{72CE4236-0583-4672-AA7F-EA39505C199A}" dt="2026-03-27T07:40:14.857" v="875" actId="2710"/>
          <ac:spMkLst>
            <pc:docMk/>
            <pc:sldMk cId="3722417845" sldId="282"/>
            <ac:spMk id="3" creationId="{89DF7504-2A66-58C9-5EAA-81B7E9174FA9}"/>
          </ac:spMkLst>
        </pc:spChg>
        <pc:spChg chg="del">
          <ac:chgData name="賢 宮本" userId="4e484cef2ba5051b" providerId="LiveId" clId="{72CE4236-0583-4672-AA7F-EA39505C199A}" dt="2026-04-09T12:01:01.296" v="885" actId="478"/>
          <ac:spMkLst>
            <pc:docMk/>
            <pc:sldMk cId="3722417845" sldId="282"/>
            <ac:spMk id="4" creationId="{7E524F00-984E-4966-3D9C-13DC2CE9BD1D}"/>
          </ac:spMkLst>
        </pc:spChg>
        <pc:spChg chg="mod">
          <ac:chgData name="賢 宮本" userId="4e484cef2ba5051b" providerId="LiveId" clId="{72CE4236-0583-4672-AA7F-EA39505C199A}" dt="2026-04-09T12:01:19.851" v="888" actId="1076"/>
          <ac:spMkLst>
            <pc:docMk/>
            <pc:sldMk cId="3722417845" sldId="282"/>
            <ac:spMk id="5" creationId="{BD055F97-6DBE-39E1-A581-DB895E103461}"/>
          </ac:spMkLst>
        </pc:spChg>
        <pc:spChg chg="mod">
          <ac:chgData name="賢 宮本" userId="4e484cef2ba5051b" providerId="LiveId" clId="{72CE4236-0583-4672-AA7F-EA39505C199A}" dt="2026-03-27T07:40:32.610" v="877" actId="2710"/>
          <ac:spMkLst>
            <pc:docMk/>
            <pc:sldMk cId="3722417845" sldId="282"/>
            <ac:spMk id="6" creationId="{CE2CAE9F-86DB-A848-586D-8426434DEE36}"/>
          </ac:spMkLst>
        </pc:spChg>
        <pc:spChg chg="add mod">
          <ac:chgData name="賢 宮本" userId="4e484cef2ba5051b" providerId="LiveId" clId="{72CE4236-0583-4672-AA7F-EA39505C199A}" dt="2026-03-27T07:39:53.857" v="871" actId="2710"/>
          <ac:spMkLst>
            <pc:docMk/>
            <pc:sldMk cId="3722417845" sldId="282"/>
            <ac:spMk id="8" creationId="{9CD96D99-CADF-6BAB-3249-39FE67A41B4B}"/>
          </ac:spMkLst>
        </pc:spChg>
        <pc:spChg chg="add del mod">
          <ac:chgData name="賢 宮本" userId="4e484cef2ba5051b" providerId="LiveId" clId="{72CE4236-0583-4672-AA7F-EA39505C199A}" dt="2026-04-09T12:01:04.091" v="886" actId="478"/>
          <ac:spMkLst>
            <pc:docMk/>
            <pc:sldMk cId="3722417845" sldId="282"/>
            <ac:spMk id="10" creationId="{BF7B1FD8-2AB1-C6C0-4085-489CF270B140}"/>
          </ac:spMkLst>
        </pc:spChg>
        <pc:picChg chg="add mod">
          <ac:chgData name="賢 宮本" userId="4e484cef2ba5051b" providerId="LiveId" clId="{72CE4236-0583-4672-AA7F-EA39505C199A}" dt="2026-03-27T07:40:03.306" v="873" actId="1076"/>
          <ac:picMkLst>
            <pc:docMk/>
            <pc:sldMk cId="3722417845" sldId="282"/>
            <ac:picMk id="7" creationId="{747B3FD0-7485-748A-13A9-80D9829DEB95}"/>
          </ac:picMkLst>
        </pc:picChg>
      </pc:sldChg>
      <pc:sldChg chg="addSp delSp modSp new mod">
        <pc:chgData name="賢 宮本" userId="4e484cef2ba5051b" providerId="LiveId" clId="{72CE4236-0583-4672-AA7F-EA39505C199A}" dt="2026-04-09T12:01:42.364" v="889" actId="1076"/>
        <pc:sldMkLst>
          <pc:docMk/>
          <pc:sldMk cId="3042692246" sldId="283"/>
        </pc:sldMkLst>
        <pc:spChg chg="add mod">
          <ac:chgData name="賢 宮本" userId="4e484cef2ba5051b" providerId="LiveId" clId="{72CE4236-0583-4672-AA7F-EA39505C199A}" dt="2026-04-09T12:01:42.364" v="889" actId="1076"/>
          <ac:spMkLst>
            <pc:docMk/>
            <pc:sldMk cId="3042692246" sldId="283"/>
            <ac:spMk id="5" creationId="{8048903A-B6AB-1500-C2F1-8F3B514FEE86}"/>
          </ac:spMkLst>
        </pc:spChg>
        <pc:spChg chg="add mod">
          <ac:chgData name="賢 宮本" userId="4e484cef2ba5051b" providerId="LiveId" clId="{72CE4236-0583-4672-AA7F-EA39505C199A}" dt="2026-03-11T08:16:31.842" v="413" actId="20577"/>
          <ac:spMkLst>
            <pc:docMk/>
            <pc:sldMk cId="3042692246" sldId="283"/>
            <ac:spMk id="6" creationId="{D35710A9-3042-A39D-DD6A-9BEA4800FBD8}"/>
          </ac:spMkLst>
        </pc:spChg>
        <pc:spChg chg="add mod">
          <ac:chgData name="賢 宮本" userId="4e484cef2ba5051b" providerId="LiveId" clId="{72CE4236-0583-4672-AA7F-EA39505C199A}" dt="2026-03-11T08:27:33.420" v="425" actId="14100"/>
          <ac:spMkLst>
            <pc:docMk/>
            <pc:sldMk cId="3042692246" sldId="283"/>
            <ac:spMk id="9" creationId="{DC883FFE-D2DF-1E88-8A4E-A8447F5F90FE}"/>
          </ac:spMkLst>
        </pc:spChg>
        <pc:spChg chg="add mod">
          <ac:chgData name="賢 宮本" userId="4e484cef2ba5051b" providerId="LiveId" clId="{72CE4236-0583-4672-AA7F-EA39505C199A}" dt="2026-03-11T08:27:51.315" v="432" actId="14100"/>
          <ac:spMkLst>
            <pc:docMk/>
            <pc:sldMk cId="3042692246" sldId="283"/>
            <ac:spMk id="10" creationId="{7069739B-CA38-C13D-95C1-01E2D558C0BA}"/>
          </ac:spMkLst>
        </pc:spChg>
        <pc:spChg chg="add mod">
          <ac:chgData name="賢 宮本" userId="4e484cef2ba5051b" providerId="LiveId" clId="{72CE4236-0583-4672-AA7F-EA39505C199A}" dt="2026-03-11T08:28:03.472" v="437" actId="20577"/>
          <ac:spMkLst>
            <pc:docMk/>
            <pc:sldMk cId="3042692246" sldId="283"/>
            <ac:spMk id="11" creationId="{F2AC203E-2E1E-0A53-4D5C-F42E290DD8D8}"/>
          </ac:spMkLst>
        </pc:spChg>
        <pc:spChg chg="add mod">
          <ac:chgData name="賢 宮本" userId="4e484cef2ba5051b" providerId="LiveId" clId="{72CE4236-0583-4672-AA7F-EA39505C199A}" dt="2026-03-11T08:28:47.504" v="445" actId="1076"/>
          <ac:spMkLst>
            <pc:docMk/>
            <pc:sldMk cId="3042692246" sldId="283"/>
            <ac:spMk id="12" creationId="{2F8B634B-90A4-C3C9-16C4-A044CD108550}"/>
          </ac:spMkLst>
        </pc:spChg>
        <pc:picChg chg="add mod">
          <ac:chgData name="賢 宮本" userId="4e484cef2ba5051b" providerId="LiveId" clId="{72CE4236-0583-4672-AA7F-EA39505C199A}" dt="2026-03-11T08:26:58.274" v="416" actId="1076"/>
          <ac:picMkLst>
            <pc:docMk/>
            <pc:sldMk cId="3042692246" sldId="283"/>
            <ac:picMk id="8" creationId="{BA45DF71-1EDE-1C93-3DD9-83B56CAA7474}"/>
          </ac:picMkLst>
        </pc:picChg>
      </pc:sldChg>
      <pc:sldChg chg="modSp add mod">
        <pc:chgData name="賢 宮本" userId="4e484cef2ba5051b" providerId="LiveId" clId="{72CE4236-0583-4672-AA7F-EA39505C199A}" dt="2026-04-09T11:46:32.115" v="878" actId="6549"/>
        <pc:sldMkLst>
          <pc:docMk/>
          <pc:sldMk cId="0" sldId="284"/>
        </pc:sldMkLst>
        <pc:spChg chg="mod">
          <ac:chgData name="賢 宮本" userId="4e484cef2ba5051b" providerId="LiveId" clId="{72CE4236-0583-4672-AA7F-EA39505C199A}" dt="2026-03-27T07:26:08.515" v="677" actId="20577"/>
          <ac:spMkLst>
            <pc:docMk/>
            <pc:sldMk cId="0" sldId="284"/>
            <ac:spMk id="2" creationId="{00000000-0000-0000-0000-000000000000}"/>
          </ac:spMkLst>
        </pc:spChg>
        <pc:spChg chg="mod">
          <ac:chgData name="賢 宮本" userId="4e484cef2ba5051b" providerId="LiveId" clId="{72CE4236-0583-4672-AA7F-EA39505C199A}" dt="2026-04-09T11:46:32.115" v="878" actId="6549"/>
          <ac:spMkLst>
            <pc:docMk/>
            <pc:sldMk cId="0" sldId="284"/>
            <ac:spMk id="3" creationId="{FC2B1752-12D3-2DDE-5838-BE5809E8D74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3400" cy="75604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780032" y="2363089"/>
            <a:ext cx="1849755" cy="376555"/>
          </a:xfrm>
          <a:custGeom>
            <a:avLst/>
            <a:gdLst/>
            <a:ahLst/>
            <a:cxnLst/>
            <a:rect l="l" t="t" r="r" b="b"/>
            <a:pathLst>
              <a:path w="1849754" h="376555">
                <a:moveTo>
                  <a:pt x="253237" y="94995"/>
                </a:moveTo>
                <a:lnTo>
                  <a:pt x="214756" y="124713"/>
                </a:lnTo>
                <a:lnTo>
                  <a:pt x="244689" y="165481"/>
                </a:lnTo>
                <a:lnTo>
                  <a:pt x="271811" y="212534"/>
                </a:lnTo>
                <a:lnTo>
                  <a:pt x="296124" y="265874"/>
                </a:lnTo>
                <a:lnTo>
                  <a:pt x="317626" y="325500"/>
                </a:lnTo>
                <a:lnTo>
                  <a:pt x="367538" y="309879"/>
                </a:lnTo>
                <a:lnTo>
                  <a:pt x="352419" y="265135"/>
                </a:lnTo>
                <a:lnTo>
                  <a:pt x="333430" y="221274"/>
                </a:lnTo>
                <a:lnTo>
                  <a:pt x="310570" y="178297"/>
                </a:lnTo>
                <a:lnTo>
                  <a:pt x="283839" y="136204"/>
                </a:lnTo>
                <a:lnTo>
                  <a:pt x="253237" y="94995"/>
                </a:lnTo>
                <a:close/>
              </a:path>
              <a:path w="1849754" h="376555">
                <a:moveTo>
                  <a:pt x="92963" y="113664"/>
                </a:moveTo>
                <a:lnTo>
                  <a:pt x="78009" y="166239"/>
                </a:lnTo>
                <a:lnTo>
                  <a:pt x="57530" y="215931"/>
                </a:lnTo>
                <a:lnTo>
                  <a:pt x="31527" y="262719"/>
                </a:lnTo>
                <a:lnTo>
                  <a:pt x="0" y="306577"/>
                </a:lnTo>
                <a:lnTo>
                  <a:pt x="41656" y="333248"/>
                </a:lnTo>
                <a:lnTo>
                  <a:pt x="71989" y="290695"/>
                </a:lnTo>
                <a:lnTo>
                  <a:pt x="97631" y="246475"/>
                </a:lnTo>
                <a:lnTo>
                  <a:pt x="118558" y="200588"/>
                </a:lnTo>
                <a:lnTo>
                  <a:pt x="134747" y="153035"/>
                </a:lnTo>
                <a:lnTo>
                  <a:pt x="141009" y="148703"/>
                </a:lnTo>
                <a:lnTo>
                  <a:pt x="143414" y="143906"/>
                </a:lnTo>
                <a:lnTo>
                  <a:pt x="141962" y="138658"/>
                </a:lnTo>
                <a:lnTo>
                  <a:pt x="136651" y="132968"/>
                </a:lnTo>
                <a:lnTo>
                  <a:pt x="92963" y="113664"/>
                </a:lnTo>
                <a:close/>
              </a:path>
              <a:path w="1849754" h="376555">
                <a:moveTo>
                  <a:pt x="682244" y="133857"/>
                </a:moveTo>
                <a:lnTo>
                  <a:pt x="659142" y="177369"/>
                </a:lnTo>
                <a:lnTo>
                  <a:pt x="630658" y="214393"/>
                </a:lnTo>
                <a:lnTo>
                  <a:pt x="596788" y="244928"/>
                </a:lnTo>
                <a:lnTo>
                  <a:pt x="557532" y="268972"/>
                </a:lnTo>
                <a:lnTo>
                  <a:pt x="512885" y="286522"/>
                </a:lnTo>
                <a:lnTo>
                  <a:pt x="462847" y="297576"/>
                </a:lnTo>
                <a:lnTo>
                  <a:pt x="407416" y="302132"/>
                </a:lnTo>
                <a:lnTo>
                  <a:pt x="420044" y="347090"/>
                </a:lnTo>
                <a:lnTo>
                  <a:pt x="420116" y="347344"/>
                </a:lnTo>
                <a:lnTo>
                  <a:pt x="426171" y="354756"/>
                </a:lnTo>
                <a:lnTo>
                  <a:pt x="426285" y="354895"/>
                </a:lnTo>
                <a:lnTo>
                  <a:pt x="432228" y="357362"/>
                </a:lnTo>
                <a:lnTo>
                  <a:pt x="437957" y="354756"/>
                </a:lnTo>
                <a:lnTo>
                  <a:pt x="443484" y="347090"/>
                </a:lnTo>
                <a:lnTo>
                  <a:pt x="496754" y="341017"/>
                </a:lnTo>
                <a:lnTo>
                  <a:pt x="545529" y="328131"/>
                </a:lnTo>
                <a:lnTo>
                  <a:pt x="589811" y="308428"/>
                </a:lnTo>
                <a:lnTo>
                  <a:pt x="629598" y="281908"/>
                </a:lnTo>
                <a:lnTo>
                  <a:pt x="664891" y="248567"/>
                </a:lnTo>
                <a:lnTo>
                  <a:pt x="695690" y="208404"/>
                </a:lnTo>
                <a:lnTo>
                  <a:pt x="721994" y="161416"/>
                </a:lnTo>
                <a:lnTo>
                  <a:pt x="682244" y="133857"/>
                </a:lnTo>
                <a:close/>
              </a:path>
              <a:path w="1849754" h="376555">
                <a:moveTo>
                  <a:pt x="443484" y="60705"/>
                </a:moveTo>
                <a:lnTo>
                  <a:pt x="413638" y="99567"/>
                </a:lnTo>
                <a:lnTo>
                  <a:pt x="433617" y="114047"/>
                </a:lnTo>
                <a:lnTo>
                  <a:pt x="454310" y="130063"/>
                </a:lnTo>
                <a:lnTo>
                  <a:pt x="475718" y="147627"/>
                </a:lnTo>
                <a:lnTo>
                  <a:pt x="497840" y="166750"/>
                </a:lnTo>
                <a:lnTo>
                  <a:pt x="532130" y="132968"/>
                </a:lnTo>
                <a:lnTo>
                  <a:pt x="507384" y="109944"/>
                </a:lnTo>
                <a:lnTo>
                  <a:pt x="484378" y="90217"/>
                </a:lnTo>
                <a:lnTo>
                  <a:pt x="463085" y="73800"/>
                </a:lnTo>
                <a:lnTo>
                  <a:pt x="443484" y="60705"/>
                </a:lnTo>
                <a:close/>
              </a:path>
              <a:path w="1849754" h="376555">
                <a:moveTo>
                  <a:pt x="1021664" y="110743"/>
                </a:moveTo>
                <a:lnTo>
                  <a:pt x="970534" y="110743"/>
                </a:lnTo>
                <a:lnTo>
                  <a:pt x="951844" y="144631"/>
                </a:lnTo>
                <a:lnTo>
                  <a:pt x="926512" y="178980"/>
                </a:lnTo>
                <a:lnTo>
                  <a:pt x="894540" y="213788"/>
                </a:lnTo>
                <a:lnTo>
                  <a:pt x="855932" y="249051"/>
                </a:lnTo>
                <a:lnTo>
                  <a:pt x="810693" y="284766"/>
                </a:lnTo>
                <a:lnTo>
                  <a:pt x="758825" y="320928"/>
                </a:lnTo>
                <a:lnTo>
                  <a:pt x="792734" y="351916"/>
                </a:lnTo>
                <a:lnTo>
                  <a:pt x="831953" y="325036"/>
                </a:lnTo>
                <a:lnTo>
                  <a:pt x="868267" y="296608"/>
                </a:lnTo>
                <a:lnTo>
                  <a:pt x="901676" y="266656"/>
                </a:lnTo>
                <a:lnTo>
                  <a:pt x="932180" y="235203"/>
                </a:lnTo>
                <a:lnTo>
                  <a:pt x="1004017" y="235203"/>
                </a:lnTo>
                <a:lnTo>
                  <a:pt x="994390" y="226885"/>
                </a:lnTo>
                <a:lnTo>
                  <a:pt x="961390" y="200787"/>
                </a:lnTo>
                <a:lnTo>
                  <a:pt x="977088" y="179905"/>
                </a:lnTo>
                <a:lnTo>
                  <a:pt x="992393" y="157845"/>
                </a:lnTo>
                <a:lnTo>
                  <a:pt x="1007342" y="134618"/>
                </a:lnTo>
                <a:lnTo>
                  <a:pt x="1021664" y="110743"/>
                </a:lnTo>
                <a:close/>
              </a:path>
              <a:path w="1849754" h="376555">
                <a:moveTo>
                  <a:pt x="1004017" y="235203"/>
                </a:moveTo>
                <a:lnTo>
                  <a:pt x="932180" y="235203"/>
                </a:lnTo>
                <a:lnTo>
                  <a:pt x="961372" y="259470"/>
                </a:lnTo>
                <a:lnTo>
                  <a:pt x="991981" y="286750"/>
                </a:lnTo>
                <a:lnTo>
                  <a:pt x="1023995" y="317053"/>
                </a:lnTo>
                <a:lnTo>
                  <a:pt x="1057402" y="350392"/>
                </a:lnTo>
                <a:lnTo>
                  <a:pt x="1093724" y="320039"/>
                </a:lnTo>
                <a:lnTo>
                  <a:pt x="1060580" y="286512"/>
                </a:lnTo>
                <a:lnTo>
                  <a:pt x="1027461" y="255460"/>
                </a:lnTo>
                <a:lnTo>
                  <a:pt x="1004017" y="235203"/>
                </a:lnTo>
                <a:close/>
              </a:path>
              <a:path w="1849754" h="376555">
                <a:moveTo>
                  <a:pt x="1002030" y="62229"/>
                </a:moveTo>
                <a:lnTo>
                  <a:pt x="980313" y="68579"/>
                </a:lnTo>
                <a:lnTo>
                  <a:pt x="796290" y="76580"/>
                </a:lnTo>
                <a:lnTo>
                  <a:pt x="801497" y="121538"/>
                </a:lnTo>
                <a:lnTo>
                  <a:pt x="970534" y="110743"/>
                </a:lnTo>
                <a:lnTo>
                  <a:pt x="1021664" y="110743"/>
                </a:lnTo>
                <a:lnTo>
                  <a:pt x="1021969" y="110236"/>
                </a:lnTo>
                <a:lnTo>
                  <a:pt x="1029446" y="107378"/>
                </a:lnTo>
                <a:lnTo>
                  <a:pt x="1033018" y="102996"/>
                </a:lnTo>
                <a:lnTo>
                  <a:pt x="1032684" y="97091"/>
                </a:lnTo>
                <a:lnTo>
                  <a:pt x="1028445" y="89662"/>
                </a:lnTo>
                <a:lnTo>
                  <a:pt x="1002030" y="62229"/>
                </a:lnTo>
                <a:close/>
              </a:path>
              <a:path w="1849754" h="376555">
                <a:moveTo>
                  <a:pt x="1026922" y="23367"/>
                </a:moveTo>
                <a:lnTo>
                  <a:pt x="998601" y="47243"/>
                </a:lnTo>
                <a:lnTo>
                  <a:pt x="1015698" y="63789"/>
                </a:lnTo>
                <a:lnTo>
                  <a:pt x="1031176" y="79120"/>
                </a:lnTo>
                <a:lnTo>
                  <a:pt x="1045035" y="93214"/>
                </a:lnTo>
                <a:lnTo>
                  <a:pt x="1057275" y="106044"/>
                </a:lnTo>
                <a:lnTo>
                  <a:pt x="1085977" y="81914"/>
                </a:lnTo>
                <a:lnTo>
                  <a:pt x="1071999" y="66766"/>
                </a:lnTo>
                <a:lnTo>
                  <a:pt x="1057497" y="51974"/>
                </a:lnTo>
                <a:lnTo>
                  <a:pt x="1042471" y="37516"/>
                </a:lnTo>
                <a:lnTo>
                  <a:pt x="1026922" y="23367"/>
                </a:lnTo>
                <a:close/>
              </a:path>
              <a:path w="1849754" h="376555">
                <a:moveTo>
                  <a:pt x="1068324" y="0"/>
                </a:moveTo>
                <a:lnTo>
                  <a:pt x="1043686" y="24256"/>
                </a:lnTo>
                <a:lnTo>
                  <a:pt x="1057191" y="36397"/>
                </a:lnTo>
                <a:lnTo>
                  <a:pt x="1071245" y="49942"/>
                </a:lnTo>
                <a:lnTo>
                  <a:pt x="1085869" y="64869"/>
                </a:lnTo>
                <a:lnTo>
                  <a:pt x="1101090" y="81152"/>
                </a:lnTo>
                <a:lnTo>
                  <a:pt x="1126363" y="56895"/>
                </a:lnTo>
                <a:lnTo>
                  <a:pt x="1113026" y="41273"/>
                </a:lnTo>
                <a:lnTo>
                  <a:pt x="1098915" y="26590"/>
                </a:lnTo>
                <a:lnTo>
                  <a:pt x="1084018" y="12836"/>
                </a:lnTo>
                <a:lnTo>
                  <a:pt x="1068324" y="0"/>
                </a:lnTo>
                <a:close/>
              </a:path>
              <a:path w="1849754" h="376555">
                <a:moveTo>
                  <a:pt x="1364488" y="188467"/>
                </a:moveTo>
                <a:lnTo>
                  <a:pt x="1316863" y="188467"/>
                </a:lnTo>
                <a:lnTo>
                  <a:pt x="1316863" y="324357"/>
                </a:lnTo>
                <a:lnTo>
                  <a:pt x="1312799" y="330073"/>
                </a:lnTo>
                <a:lnTo>
                  <a:pt x="1304798" y="331596"/>
                </a:lnTo>
                <a:lnTo>
                  <a:pt x="1269365" y="331596"/>
                </a:lnTo>
                <a:lnTo>
                  <a:pt x="1276223" y="376046"/>
                </a:lnTo>
                <a:lnTo>
                  <a:pt x="1323848" y="376046"/>
                </a:lnTo>
                <a:lnTo>
                  <a:pt x="1341610" y="373262"/>
                </a:lnTo>
                <a:lnTo>
                  <a:pt x="1354312" y="364918"/>
                </a:lnTo>
                <a:lnTo>
                  <a:pt x="1361942" y="351026"/>
                </a:lnTo>
                <a:lnTo>
                  <a:pt x="1364488" y="331596"/>
                </a:lnTo>
                <a:lnTo>
                  <a:pt x="1364488" y="188467"/>
                </a:lnTo>
                <a:close/>
              </a:path>
              <a:path w="1849754" h="376555">
                <a:moveTo>
                  <a:pt x="1364488" y="156463"/>
                </a:moveTo>
                <a:lnTo>
                  <a:pt x="1300480" y="156463"/>
                </a:lnTo>
                <a:lnTo>
                  <a:pt x="1270043" y="195869"/>
                </a:lnTo>
                <a:lnTo>
                  <a:pt x="1233963" y="233298"/>
                </a:lnTo>
                <a:lnTo>
                  <a:pt x="1192216" y="268728"/>
                </a:lnTo>
                <a:lnTo>
                  <a:pt x="1144778" y="302132"/>
                </a:lnTo>
                <a:lnTo>
                  <a:pt x="1180338" y="334771"/>
                </a:lnTo>
                <a:lnTo>
                  <a:pt x="1221297" y="302982"/>
                </a:lnTo>
                <a:lnTo>
                  <a:pt x="1257696" y="268001"/>
                </a:lnTo>
                <a:lnTo>
                  <a:pt x="1289548" y="229830"/>
                </a:lnTo>
                <a:lnTo>
                  <a:pt x="1316863" y="188467"/>
                </a:lnTo>
                <a:lnTo>
                  <a:pt x="1364488" y="188467"/>
                </a:lnTo>
                <a:lnTo>
                  <a:pt x="1364488" y="156463"/>
                </a:lnTo>
                <a:close/>
              </a:path>
              <a:path w="1849754" h="376555">
                <a:moveTo>
                  <a:pt x="1495170" y="112140"/>
                </a:moveTo>
                <a:lnTo>
                  <a:pt x="1154176" y="112140"/>
                </a:lnTo>
                <a:lnTo>
                  <a:pt x="1154176" y="156463"/>
                </a:lnTo>
                <a:lnTo>
                  <a:pt x="1495170" y="156463"/>
                </a:lnTo>
                <a:lnTo>
                  <a:pt x="1495170" y="112140"/>
                </a:lnTo>
                <a:close/>
              </a:path>
              <a:path w="1849754" h="376555">
                <a:moveTo>
                  <a:pt x="1357122" y="26542"/>
                </a:moveTo>
                <a:lnTo>
                  <a:pt x="1316863" y="26542"/>
                </a:lnTo>
                <a:lnTo>
                  <a:pt x="1316863" y="112140"/>
                </a:lnTo>
                <a:lnTo>
                  <a:pt x="1364488" y="112140"/>
                </a:lnTo>
                <a:lnTo>
                  <a:pt x="1364488" y="44323"/>
                </a:lnTo>
                <a:lnTo>
                  <a:pt x="1368105" y="38365"/>
                </a:lnTo>
                <a:lnTo>
                  <a:pt x="1368091" y="33432"/>
                </a:lnTo>
                <a:lnTo>
                  <a:pt x="1364434" y="29499"/>
                </a:lnTo>
                <a:lnTo>
                  <a:pt x="1357122" y="26542"/>
                </a:lnTo>
                <a:close/>
              </a:path>
              <a:path w="1849754" h="376555">
                <a:moveTo>
                  <a:pt x="1810004" y="133857"/>
                </a:moveTo>
                <a:lnTo>
                  <a:pt x="1786902" y="177369"/>
                </a:lnTo>
                <a:lnTo>
                  <a:pt x="1758418" y="214393"/>
                </a:lnTo>
                <a:lnTo>
                  <a:pt x="1724548" y="244928"/>
                </a:lnTo>
                <a:lnTo>
                  <a:pt x="1685292" y="268972"/>
                </a:lnTo>
                <a:lnTo>
                  <a:pt x="1640645" y="286522"/>
                </a:lnTo>
                <a:lnTo>
                  <a:pt x="1590607" y="297576"/>
                </a:lnTo>
                <a:lnTo>
                  <a:pt x="1535176" y="302132"/>
                </a:lnTo>
                <a:lnTo>
                  <a:pt x="1547804" y="347090"/>
                </a:lnTo>
                <a:lnTo>
                  <a:pt x="1547876" y="347344"/>
                </a:lnTo>
                <a:lnTo>
                  <a:pt x="1553931" y="354756"/>
                </a:lnTo>
                <a:lnTo>
                  <a:pt x="1554045" y="354895"/>
                </a:lnTo>
                <a:lnTo>
                  <a:pt x="1559988" y="357362"/>
                </a:lnTo>
                <a:lnTo>
                  <a:pt x="1565717" y="354756"/>
                </a:lnTo>
                <a:lnTo>
                  <a:pt x="1571244" y="347090"/>
                </a:lnTo>
                <a:lnTo>
                  <a:pt x="1624514" y="341017"/>
                </a:lnTo>
                <a:lnTo>
                  <a:pt x="1673289" y="328131"/>
                </a:lnTo>
                <a:lnTo>
                  <a:pt x="1717571" y="308428"/>
                </a:lnTo>
                <a:lnTo>
                  <a:pt x="1757358" y="281908"/>
                </a:lnTo>
                <a:lnTo>
                  <a:pt x="1792651" y="248567"/>
                </a:lnTo>
                <a:lnTo>
                  <a:pt x="1823450" y="208404"/>
                </a:lnTo>
                <a:lnTo>
                  <a:pt x="1849755" y="161416"/>
                </a:lnTo>
                <a:lnTo>
                  <a:pt x="1810004" y="133857"/>
                </a:lnTo>
                <a:close/>
              </a:path>
              <a:path w="1849754" h="376555">
                <a:moveTo>
                  <a:pt x="1571244" y="60705"/>
                </a:moveTo>
                <a:lnTo>
                  <a:pt x="1541398" y="99567"/>
                </a:lnTo>
                <a:lnTo>
                  <a:pt x="1561377" y="114047"/>
                </a:lnTo>
                <a:lnTo>
                  <a:pt x="1582070" y="130063"/>
                </a:lnTo>
                <a:lnTo>
                  <a:pt x="1603478" y="147627"/>
                </a:lnTo>
                <a:lnTo>
                  <a:pt x="1625600" y="166750"/>
                </a:lnTo>
                <a:lnTo>
                  <a:pt x="1659890" y="132968"/>
                </a:lnTo>
                <a:lnTo>
                  <a:pt x="1635144" y="109944"/>
                </a:lnTo>
                <a:lnTo>
                  <a:pt x="1612138" y="90217"/>
                </a:lnTo>
                <a:lnTo>
                  <a:pt x="1590845" y="73800"/>
                </a:lnTo>
                <a:lnTo>
                  <a:pt x="1571244" y="607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0192" y="2917698"/>
            <a:ext cx="2147443" cy="333248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106545" y="2867914"/>
            <a:ext cx="2466975" cy="367665"/>
          </a:xfrm>
          <a:custGeom>
            <a:avLst/>
            <a:gdLst/>
            <a:ahLst/>
            <a:cxnLst/>
            <a:rect l="l" t="t" r="r" b="b"/>
            <a:pathLst>
              <a:path w="2466975" h="367664">
                <a:moveTo>
                  <a:pt x="214122" y="137033"/>
                </a:moveTo>
                <a:lnTo>
                  <a:pt x="212661" y="118173"/>
                </a:lnTo>
                <a:lnTo>
                  <a:pt x="208305" y="101409"/>
                </a:lnTo>
                <a:lnTo>
                  <a:pt x="203174" y="91059"/>
                </a:lnTo>
                <a:lnTo>
                  <a:pt x="201041" y="86741"/>
                </a:lnTo>
                <a:lnTo>
                  <a:pt x="190881" y="74168"/>
                </a:lnTo>
                <a:lnTo>
                  <a:pt x="178663" y="64173"/>
                </a:lnTo>
                <a:lnTo>
                  <a:pt x="167259" y="58343"/>
                </a:lnTo>
                <a:lnTo>
                  <a:pt x="167259" y="137033"/>
                </a:lnTo>
                <a:lnTo>
                  <a:pt x="166458" y="147662"/>
                </a:lnTo>
                <a:lnTo>
                  <a:pt x="141122" y="180797"/>
                </a:lnTo>
                <a:lnTo>
                  <a:pt x="123698" y="183642"/>
                </a:lnTo>
                <a:lnTo>
                  <a:pt x="47625" y="183642"/>
                </a:lnTo>
                <a:lnTo>
                  <a:pt x="47625" y="91059"/>
                </a:lnTo>
                <a:lnTo>
                  <a:pt x="123698" y="91059"/>
                </a:lnTo>
                <a:lnTo>
                  <a:pt x="160870" y="107797"/>
                </a:lnTo>
                <a:lnTo>
                  <a:pt x="167259" y="137033"/>
                </a:lnTo>
                <a:lnTo>
                  <a:pt x="167259" y="58343"/>
                </a:lnTo>
                <a:lnTo>
                  <a:pt x="164693" y="57023"/>
                </a:lnTo>
                <a:lnTo>
                  <a:pt x="148996" y="52743"/>
                </a:lnTo>
                <a:lnTo>
                  <a:pt x="131572" y="51308"/>
                </a:lnTo>
                <a:lnTo>
                  <a:pt x="0" y="51308"/>
                </a:lnTo>
                <a:lnTo>
                  <a:pt x="0" y="325501"/>
                </a:lnTo>
                <a:lnTo>
                  <a:pt x="47625" y="325501"/>
                </a:lnTo>
                <a:lnTo>
                  <a:pt x="47625" y="223393"/>
                </a:lnTo>
                <a:lnTo>
                  <a:pt x="131572" y="223393"/>
                </a:lnTo>
                <a:lnTo>
                  <a:pt x="180263" y="210324"/>
                </a:lnTo>
                <a:lnTo>
                  <a:pt x="203657" y="183642"/>
                </a:lnTo>
                <a:lnTo>
                  <a:pt x="208572" y="173316"/>
                </a:lnTo>
                <a:lnTo>
                  <a:pt x="212737" y="156349"/>
                </a:lnTo>
                <a:lnTo>
                  <a:pt x="214122" y="137033"/>
                </a:lnTo>
                <a:close/>
              </a:path>
              <a:path w="2466975" h="367664">
                <a:moveTo>
                  <a:pt x="295910" y="143256"/>
                </a:moveTo>
                <a:lnTo>
                  <a:pt x="253111" y="143256"/>
                </a:lnTo>
                <a:lnTo>
                  <a:pt x="253111" y="325501"/>
                </a:lnTo>
                <a:lnTo>
                  <a:pt x="295910" y="325501"/>
                </a:lnTo>
                <a:lnTo>
                  <a:pt x="295910" y="143256"/>
                </a:lnTo>
                <a:close/>
              </a:path>
              <a:path w="2466975" h="367664">
                <a:moveTo>
                  <a:pt x="295910" y="52959"/>
                </a:moveTo>
                <a:lnTo>
                  <a:pt x="253111" y="52959"/>
                </a:lnTo>
                <a:lnTo>
                  <a:pt x="253111" y="101346"/>
                </a:lnTo>
                <a:lnTo>
                  <a:pt x="295910" y="101346"/>
                </a:lnTo>
                <a:lnTo>
                  <a:pt x="295910" y="52959"/>
                </a:lnTo>
                <a:close/>
              </a:path>
              <a:path w="2466975" h="367664">
                <a:moveTo>
                  <a:pt x="509397" y="249047"/>
                </a:moveTo>
                <a:lnTo>
                  <a:pt x="465582" y="249047"/>
                </a:lnTo>
                <a:lnTo>
                  <a:pt x="464883" y="259575"/>
                </a:lnTo>
                <a:lnTo>
                  <a:pt x="462800" y="268693"/>
                </a:lnTo>
                <a:lnTo>
                  <a:pt x="432803" y="293420"/>
                </a:lnTo>
                <a:lnTo>
                  <a:pt x="423672" y="294132"/>
                </a:lnTo>
                <a:lnTo>
                  <a:pt x="415785" y="293420"/>
                </a:lnTo>
                <a:lnTo>
                  <a:pt x="384073" y="263321"/>
                </a:lnTo>
                <a:lnTo>
                  <a:pt x="380111" y="236601"/>
                </a:lnTo>
                <a:lnTo>
                  <a:pt x="381190" y="222110"/>
                </a:lnTo>
                <a:lnTo>
                  <a:pt x="403326" y="183870"/>
                </a:lnTo>
                <a:lnTo>
                  <a:pt x="425196" y="177546"/>
                </a:lnTo>
                <a:lnTo>
                  <a:pt x="432955" y="178054"/>
                </a:lnTo>
                <a:lnTo>
                  <a:pt x="461391" y="210312"/>
                </a:lnTo>
                <a:lnTo>
                  <a:pt x="504698" y="210312"/>
                </a:lnTo>
                <a:lnTo>
                  <a:pt x="502285" y="196646"/>
                </a:lnTo>
                <a:lnTo>
                  <a:pt x="502221" y="196342"/>
                </a:lnTo>
                <a:lnTo>
                  <a:pt x="502119" y="195745"/>
                </a:lnTo>
                <a:lnTo>
                  <a:pt x="482981" y="161290"/>
                </a:lnTo>
                <a:lnTo>
                  <a:pt x="442290" y="142849"/>
                </a:lnTo>
                <a:lnTo>
                  <a:pt x="423672" y="141605"/>
                </a:lnTo>
                <a:lnTo>
                  <a:pt x="406069" y="143129"/>
                </a:lnTo>
                <a:lnTo>
                  <a:pt x="362585" y="165989"/>
                </a:lnTo>
                <a:lnTo>
                  <a:pt x="338061" y="214680"/>
                </a:lnTo>
                <a:lnTo>
                  <a:pt x="336423" y="235077"/>
                </a:lnTo>
                <a:lnTo>
                  <a:pt x="338251" y="255562"/>
                </a:lnTo>
                <a:lnTo>
                  <a:pt x="352806" y="291274"/>
                </a:lnTo>
                <a:lnTo>
                  <a:pt x="391756" y="324396"/>
                </a:lnTo>
                <a:lnTo>
                  <a:pt x="407314" y="328853"/>
                </a:lnTo>
                <a:lnTo>
                  <a:pt x="408089" y="328853"/>
                </a:lnTo>
                <a:lnTo>
                  <a:pt x="423672" y="330200"/>
                </a:lnTo>
                <a:lnTo>
                  <a:pt x="474167" y="318046"/>
                </a:lnTo>
                <a:lnTo>
                  <a:pt x="497039" y="294132"/>
                </a:lnTo>
                <a:lnTo>
                  <a:pt x="502729" y="282981"/>
                </a:lnTo>
                <a:lnTo>
                  <a:pt x="507301" y="267055"/>
                </a:lnTo>
                <a:lnTo>
                  <a:pt x="509397" y="249047"/>
                </a:lnTo>
                <a:close/>
              </a:path>
              <a:path w="2466975" h="367664">
                <a:moveTo>
                  <a:pt x="718185" y="233553"/>
                </a:moveTo>
                <a:lnTo>
                  <a:pt x="716445" y="213741"/>
                </a:lnTo>
                <a:lnTo>
                  <a:pt x="711225" y="195618"/>
                </a:lnTo>
                <a:lnTo>
                  <a:pt x="702538" y="179158"/>
                </a:lnTo>
                <a:lnTo>
                  <a:pt x="699960" y="176022"/>
                </a:lnTo>
                <a:lnTo>
                  <a:pt x="690372" y="164338"/>
                </a:lnTo>
                <a:lnTo>
                  <a:pt x="677418" y="153746"/>
                </a:lnTo>
                <a:lnTo>
                  <a:pt x="674497" y="152222"/>
                </a:lnTo>
                <a:lnTo>
                  <a:pt x="674497" y="233553"/>
                </a:lnTo>
                <a:lnTo>
                  <a:pt x="673493" y="247802"/>
                </a:lnTo>
                <a:lnTo>
                  <a:pt x="651929" y="285280"/>
                </a:lnTo>
                <a:lnTo>
                  <a:pt x="629412" y="292608"/>
                </a:lnTo>
                <a:lnTo>
                  <a:pt x="621423" y="291807"/>
                </a:lnTo>
                <a:lnTo>
                  <a:pt x="588238" y="260210"/>
                </a:lnTo>
                <a:lnTo>
                  <a:pt x="584327" y="233553"/>
                </a:lnTo>
                <a:lnTo>
                  <a:pt x="585393" y="219798"/>
                </a:lnTo>
                <a:lnTo>
                  <a:pt x="607479" y="182295"/>
                </a:lnTo>
                <a:lnTo>
                  <a:pt x="629412" y="176022"/>
                </a:lnTo>
                <a:lnTo>
                  <a:pt x="637362" y="176720"/>
                </a:lnTo>
                <a:lnTo>
                  <a:pt x="670128" y="207479"/>
                </a:lnTo>
                <a:lnTo>
                  <a:pt x="674497" y="233553"/>
                </a:lnTo>
                <a:lnTo>
                  <a:pt x="674497" y="152222"/>
                </a:lnTo>
                <a:lnTo>
                  <a:pt x="662940" y="146164"/>
                </a:lnTo>
                <a:lnTo>
                  <a:pt x="646938" y="141605"/>
                </a:lnTo>
                <a:lnTo>
                  <a:pt x="629412" y="140081"/>
                </a:lnTo>
                <a:lnTo>
                  <a:pt x="611809" y="141605"/>
                </a:lnTo>
                <a:lnTo>
                  <a:pt x="568325" y="164338"/>
                </a:lnTo>
                <a:lnTo>
                  <a:pt x="542239" y="213741"/>
                </a:lnTo>
                <a:lnTo>
                  <a:pt x="540512" y="233553"/>
                </a:lnTo>
                <a:lnTo>
                  <a:pt x="542239" y="253898"/>
                </a:lnTo>
                <a:lnTo>
                  <a:pt x="568325" y="303911"/>
                </a:lnTo>
                <a:lnTo>
                  <a:pt x="611949" y="327012"/>
                </a:lnTo>
                <a:lnTo>
                  <a:pt x="629412" y="328549"/>
                </a:lnTo>
                <a:lnTo>
                  <a:pt x="646785" y="327012"/>
                </a:lnTo>
                <a:lnTo>
                  <a:pt x="662736" y="322376"/>
                </a:lnTo>
                <a:lnTo>
                  <a:pt x="677265" y="314680"/>
                </a:lnTo>
                <a:lnTo>
                  <a:pt x="690372" y="303911"/>
                </a:lnTo>
                <a:lnTo>
                  <a:pt x="699643" y="292608"/>
                </a:lnTo>
                <a:lnTo>
                  <a:pt x="702538" y="289090"/>
                </a:lnTo>
                <a:lnTo>
                  <a:pt x="711225" y="272402"/>
                </a:lnTo>
                <a:lnTo>
                  <a:pt x="716445" y="253898"/>
                </a:lnTo>
                <a:lnTo>
                  <a:pt x="718185" y="233553"/>
                </a:lnTo>
                <a:close/>
              </a:path>
              <a:path w="2466975" h="367664">
                <a:moveTo>
                  <a:pt x="1031367" y="51308"/>
                </a:moveTo>
                <a:lnTo>
                  <a:pt x="988187" y="51308"/>
                </a:lnTo>
                <a:lnTo>
                  <a:pt x="949833" y="247523"/>
                </a:lnTo>
                <a:lnTo>
                  <a:pt x="917435" y="112268"/>
                </a:lnTo>
                <a:lnTo>
                  <a:pt x="902843" y="51308"/>
                </a:lnTo>
                <a:lnTo>
                  <a:pt x="860679" y="51308"/>
                </a:lnTo>
                <a:lnTo>
                  <a:pt x="813816" y="247523"/>
                </a:lnTo>
                <a:lnTo>
                  <a:pt x="775335" y="51308"/>
                </a:lnTo>
                <a:lnTo>
                  <a:pt x="732282" y="51308"/>
                </a:lnTo>
                <a:lnTo>
                  <a:pt x="792353" y="328549"/>
                </a:lnTo>
                <a:lnTo>
                  <a:pt x="831088" y="328549"/>
                </a:lnTo>
                <a:lnTo>
                  <a:pt x="850061" y="247523"/>
                </a:lnTo>
                <a:lnTo>
                  <a:pt x="881761" y="112268"/>
                </a:lnTo>
                <a:lnTo>
                  <a:pt x="932561" y="328549"/>
                </a:lnTo>
                <a:lnTo>
                  <a:pt x="971296" y="328549"/>
                </a:lnTo>
                <a:lnTo>
                  <a:pt x="988847" y="247523"/>
                </a:lnTo>
                <a:lnTo>
                  <a:pt x="1031367" y="51308"/>
                </a:lnTo>
                <a:close/>
              </a:path>
              <a:path w="2466975" h="367664">
                <a:moveTo>
                  <a:pt x="1362583" y="190754"/>
                </a:moveTo>
                <a:lnTo>
                  <a:pt x="1359852" y="180467"/>
                </a:lnTo>
                <a:lnTo>
                  <a:pt x="1350391" y="144780"/>
                </a:lnTo>
                <a:lnTo>
                  <a:pt x="1319301" y="154825"/>
                </a:lnTo>
                <a:lnTo>
                  <a:pt x="1291882" y="163957"/>
                </a:lnTo>
                <a:lnTo>
                  <a:pt x="1267180" y="172542"/>
                </a:lnTo>
                <a:lnTo>
                  <a:pt x="1245489" y="180467"/>
                </a:lnTo>
                <a:lnTo>
                  <a:pt x="1244333" y="171323"/>
                </a:lnTo>
                <a:lnTo>
                  <a:pt x="1220558" y="140081"/>
                </a:lnTo>
                <a:lnTo>
                  <a:pt x="1197483" y="135382"/>
                </a:lnTo>
                <a:lnTo>
                  <a:pt x="1188758" y="135699"/>
                </a:lnTo>
                <a:lnTo>
                  <a:pt x="1180693" y="136588"/>
                </a:lnTo>
                <a:lnTo>
                  <a:pt x="1173276" y="138061"/>
                </a:lnTo>
                <a:lnTo>
                  <a:pt x="1166495" y="140081"/>
                </a:lnTo>
                <a:lnTo>
                  <a:pt x="1173899" y="133273"/>
                </a:lnTo>
                <a:lnTo>
                  <a:pt x="1181252" y="124256"/>
                </a:lnTo>
                <a:lnTo>
                  <a:pt x="1188567" y="113030"/>
                </a:lnTo>
                <a:lnTo>
                  <a:pt x="1194866" y="101346"/>
                </a:lnTo>
                <a:lnTo>
                  <a:pt x="1195832" y="99568"/>
                </a:lnTo>
                <a:lnTo>
                  <a:pt x="1319022" y="90043"/>
                </a:lnTo>
                <a:lnTo>
                  <a:pt x="1315364" y="60706"/>
                </a:lnTo>
                <a:lnTo>
                  <a:pt x="1313815" y="48260"/>
                </a:lnTo>
                <a:lnTo>
                  <a:pt x="1285849" y="52552"/>
                </a:lnTo>
                <a:lnTo>
                  <a:pt x="1258735" y="56057"/>
                </a:lnTo>
                <a:lnTo>
                  <a:pt x="1232458" y="58788"/>
                </a:lnTo>
                <a:lnTo>
                  <a:pt x="1207008" y="60706"/>
                </a:lnTo>
                <a:lnTo>
                  <a:pt x="1210665" y="53276"/>
                </a:lnTo>
                <a:lnTo>
                  <a:pt x="1214069" y="45453"/>
                </a:lnTo>
                <a:lnTo>
                  <a:pt x="1217193" y="37223"/>
                </a:lnTo>
                <a:lnTo>
                  <a:pt x="1220089" y="28575"/>
                </a:lnTo>
                <a:lnTo>
                  <a:pt x="1226121" y="23977"/>
                </a:lnTo>
                <a:lnTo>
                  <a:pt x="1227861" y="19329"/>
                </a:lnTo>
                <a:lnTo>
                  <a:pt x="1225257" y="14592"/>
                </a:lnTo>
                <a:lnTo>
                  <a:pt x="1218311" y="9779"/>
                </a:lnTo>
                <a:lnTo>
                  <a:pt x="1182878" y="0"/>
                </a:lnTo>
                <a:lnTo>
                  <a:pt x="1177277" y="21882"/>
                </a:lnTo>
                <a:lnTo>
                  <a:pt x="1172298" y="39865"/>
                </a:lnTo>
                <a:lnTo>
                  <a:pt x="1140104" y="65443"/>
                </a:lnTo>
                <a:lnTo>
                  <a:pt x="1057275" y="68707"/>
                </a:lnTo>
                <a:lnTo>
                  <a:pt x="1064387" y="107569"/>
                </a:lnTo>
                <a:lnTo>
                  <a:pt x="1150747" y="101346"/>
                </a:lnTo>
                <a:lnTo>
                  <a:pt x="1134808" y="125285"/>
                </a:lnTo>
                <a:lnTo>
                  <a:pt x="1112901" y="149072"/>
                </a:lnTo>
                <a:lnTo>
                  <a:pt x="1084986" y="172720"/>
                </a:lnTo>
                <a:lnTo>
                  <a:pt x="1051052" y="196215"/>
                </a:lnTo>
                <a:lnTo>
                  <a:pt x="1082040" y="227457"/>
                </a:lnTo>
                <a:lnTo>
                  <a:pt x="1112710" y="202882"/>
                </a:lnTo>
                <a:lnTo>
                  <a:pt x="1138809" y="185343"/>
                </a:lnTo>
                <a:lnTo>
                  <a:pt x="1160335" y="174828"/>
                </a:lnTo>
                <a:lnTo>
                  <a:pt x="1177290" y="171323"/>
                </a:lnTo>
                <a:lnTo>
                  <a:pt x="1189355" y="171323"/>
                </a:lnTo>
                <a:lnTo>
                  <a:pt x="1197102" y="172974"/>
                </a:lnTo>
                <a:lnTo>
                  <a:pt x="1200277" y="176276"/>
                </a:lnTo>
                <a:lnTo>
                  <a:pt x="1203706" y="179578"/>
                </a:lnTo>
                <a:lnTo>
                  <a:pt x="1205865" y="186182"/>
                </a:lnTo>
                <a:lnTo>
                  <a:pt x="1206754" y="196215"/>
                </a:lnTo>
                <a:lnTo>
                  <a:pt x="1206461" y="196215"/>
                </a:lnTo>
                <a:lnTo>
                  <a:pt x="1178864" y="208635"/>
                </a:lnTo>
                <a:lnTo>
                  <a:pt x="1133576" y="236397"/>
                </a:lnTo>
                <a:lnTo>
                  <a:pt x="1100086" y="274180"/>
                </a:lnTo>
                <a:lnTo>
                  <a:pt x="1094740" y="298958"/>
                </a:lnTo>
                <a:lnTo>
                  <a:pt x="1095717" y="310134"/>
                </a:lnTo>
                <a:lnTo>
                  <a:pt x="1095806" y="311150"/>
                </a:lnTo>
                <a:lnTo>
                  <a:pt x="1124559" y="351929"/>
                </a:lnTo>
                <a:lnTo>
                  <a:pt x="1161034" y="363550"/>
                </a:lnTo>
                <a:lnTo>
                  <a:pt x="1185037" y="364998"/>
                </a:lnTo>
                <a:lnTo>
                  <a:pt x="1322070" y="364998"/>
                </a:lnTo>
                <a:lnTo>
                  <a:pt x="1322070" y="325247"/>
                </a:lnTo>
                <a:lnTo>
                  <a:pt x="1186561" y="325247"/>
                </a:lnTo>
                <a:lnTo>
                  <a:pt x="1173416" y="324637"/>
                </a:lnTo>
                <a:lnTo>
                  <a:pt x="1140079" y="304546"/>
                </a:lnTo>
                <a:lnTo>
                  <a:pt x="1140079" y="298958"/>
                </a:lnTo>
                <a:lnTo>
                  <a:pt x="1163764" y="260870"/>
                </a:lnTo>
                <a:lnTo>
                  <a:pt x="1206119" y="233680"/>
                </a:lnTo>
                <a:lnTo>
                  <a:pt x="1206119" y="289687"/>
                </a:lnTo>
                <a:lnTo>
                  <a:pt x="1248918" y="289687"/>
                </a:lnTo>
                <a:lnTo>
                  <a:pt x="1248918" y="233680"/>
                </a:lnTo>
                <a:lnTo>
                  <a:pt x="1248918" y="219710"/>
                </a:lnTo>
                <a:lnTo>
                  <a:pt x="1274457" y="210832"/>
                </a:lnTo>
                <a:lnTo>
                  <a:pt x="1301927" y="203047"/>
                </a:lnTo>
                <a:lnTo>
                  <a:pt x="1331315" y="196354"/>
                </a:lnTo>
                <a:lnTo>
                  <a:pt x="1362583" y="190754"/>
                </a:lnTo>
                <a:close/>
              </a:path>
              <a:path w="2466975" h="367664">
                <a:moveTo>
                  <a:pt x="1766570" y="321564"/>
                </a:moveTo>
                <a:lnTo>
                  <a:pt x="1723453" y="313055"/>
                </a:lnTo>
                <a:lnTo>
                  <a:pt x="1686699" y="303377"/>
                </a:lnTo>
                <a:lnTo>
                  <a:pt x="1657642" y="292785"/>
                </a:lnTo>
                <a:lnTo>
                  <a:pt x="1635887" y="281178"/>
                </a:lnTo>
                <a:lnTo>
                  <a:pt x="1641309" y="267703"/>
                </a:lnTo>
                <a:lnTo>
                  <a:pt x="1644040" y="258318"/>
                </a:lnTo>
                <a:lnTo>
                  <a:pt x="1645196" y="254342"/>
                </a:lnTo>
                <a:lnTo>
                  <a:pt x="1647545" y="241084"/>
                </a:lnTo>
                <a:lnTo>
                  <a:pt x="1648333" y="227965"/>
                </a:lnTo>
                <a:lnTo>
                  <a:pt x="1694180" y="227965"/>
                </a:lnTo>
                <a:lnTo>
                  <a:pt x="1694180" y="238252"/>
                </a:lnTo>
                <a:lnTo>
                  <a:pt x="1737106" y="238252"/>
                </a:lnTo>
                <a:lnTo>
                  <a:pt x="1737106" y="193040"/>
                </a:lnTo>
                <a:lnTo>
                  <a:pt x="1737106" y="146939"/>
                </a:lnTo>
                <a:lnTo>
                  <a:pt x="1737106" y="112141"/>
                </a:lnTo>
                <a:lnTo>
                  <a:pt x="1694180" y="112141"/>
                </a:lnTo>
                <a:lnTo>
                  <a:pt x="1694180" y="146939"/>
                </a:lnTo>
                <a:lnTo>
                  <a:pt x="1694180" y="193040"/>
                </a:lnTo>
                <a:lnTo>
                  <a:pt x="1648333" y="193040"/>
                </a:lnTo>
                <a:lnTo>
                  <a:pt x="1648333" y="146939"/>
                </a:lnTo>
                <a:lnTo>
                  <a:pt x="1694180" y="146939"/>
                </a:lnTo>
                <a:lnTo>
                  <a:pt x="1694180" y="112141"/>
                </a:lnTo>
                <a:lnTo>
                  <a:pt x="1648333" y="112141"/>
                </a:lnTo>
                <a:lnTo>
                  <a:pt x="1648333" y="87884"/>
                </a:lnTo>
                <a:lnTo>
                  <a:pt x="1758823" y="87884"/>
                </a:lnTo>
                <a:lnTo>
                  <a:pt x="1758823" y="48260"/>
                </a:lnTo>
                <a:lnTo>
                  <a:pt x="1648333" y="48260"/>
                </a:lnTo>
                <a:lnTo>
                  <a:pt x="1648333" y="14986"/>
                </a:lnTo>
                <a:lnTo>
                  <a:pt x="1652016" y="9486"/>
                </a:lnTo>
                <a:lnTo>
                  <a:pt x="1652219" y="5168"/>
                </a:lnTo>
                <a:lnTo>
                  <a:pt x="1648917" y="2006"/>
                </a:lnTo>
                <a:lnTo>
                  <a:pt x="1642110" y="0"/>
                </a:lnTo>
                <a:lnTo>
                  <a:pt x="1605534" y="0"/>
                </a:lnTo>
                <a:lnTo>
                  <a:pt x="1605534" y="48260"/>
                </a:lnTo>
                <a:lnTo>
                  <a:pt x="1504873" y="48260"/>
                </a:lnTo>
                <a:lnTo>
                  <a:pt x="1509141" y="30099"/>
                </a:lnTo>
                <a:lnTo>
                  <a:pt x="1515846" y="25590"/>
                </a:lnTo>
                <a:lnTo>
                  <a:pt x="1518246" y="21183"/>
                </a:lnTo>
                <a:lnTo>
                  <a:pt x="1516316" y="16929"/>
                </a:lnTo>
                <a:lnTo>
                  <a:pt x="1510030" y="12827"/>
                </a:lnTo>
                <a:lnTo>
                  <a:pt x="1469771" y="1524"/>
                </a:lnTo>
                <a:lnTo>
                  <a:pt x="1457934" y="56515"/>
                </a:lnTo>
                <a:lnTo>
                  <a:pt x="1441678" y="103924"/>
                </a:lnTo>
                <a:lnTo>
                  <a:pt x="1421028" y="143764"/>
                </a:lnTo>
                <a:lnTo>
                  <a:pt x="1395984" y="176022"/>
                </a:lnTo>
                <a:lnTo>
                  <a:pt x="1420368" y="213360"/>
                </a:lnTo>
                <a:lnTo>
                  <a:pt x="1429626" y="202653"/>
                </a:lnTo>
                <a:lnTo>
                  <a:pt x="1436839" y="191300"/>
                </a:lnTo>
                <a:lnTo>
                  <a:pt x="1442008" y="179324"/>
                </a:lnTo>
                <a:lnTo>
                  <a:pt x="1445133" y="166751"/>
                </a:lnTo>
                <a:lnTo>
                  <a:pt x="1445133" y="365887"/>
                </a:lnTo>
                <a:lnTo>
                  <a:pt x="1488059" y="365887"/>
                </a:lnTo>
                <a:lnTo>
                  <a:pt x="1488059" y="166751"/>
                </a:lnTo>
                <a:lnTo>
                  <a:pt x="1488059" y="121158"/>
                </a:lnTo>
                <a:lnTo>
                  <a:pt x="1497330" y="112903"/>
                </a:lnTo>
                <a:lnTo>
                  <a:pt x="1496822" y="107950"/>
                </a:lnTo>
                <a:lnTo>
                  <a:pt x="1486408" y="106426"/>
                </a:lnTo>
                <a:lnTo>
                  <a:pt x="1493024" y="88595"/>
                </a:lnTo>
                <a:lnTo>
                  <a:pt x="1499006" y="69938"/>
                </a:lnTo>
                <a:lnTo>
                  <a:pt x="1501775" y="59893"/>
                </a:lnTo>
                <a:lnTo>
                  <a:pt x="1501775" y="87884"/>
                </a:lnTo>
                <a:lnTo>
                  <a:pt x="1605534" y="87884"/>
                </a:lnTo>
                <a:lnTo>
                  <a:pt x="1605534" y="112141"/>
                </a:lnTo>
                <a:lnTo>
                  <a:pt x="1605534" y="146939"/>
                </a:lnTo>
                <a:lnTo>
                  <a:pt x="1605534" y="193040"/>
                </a:lnTo>
                <a:lnTo>
                  <a:pt x="1605534" y="227965"/>
                </a:lnTo>
                <a:lnTo>
                  <a:pt x="1605445" y="232664"/>
                </a:lnTo>
                <a:lnTo>
                  <a:pt x="1603248" y="258318"/>
                </a:lnTo>
                <a:lnTo>
                  <a:pt x="1578229" y="227965"/>
                </a:lnTo>
                <a:lnTo>
                  <a:pt x="1605534" y="227965"/>
                </a:lnTo>
                <a:lnTo>
                  <a:pt x="1605534" y="193040"/>
                </a:lnTo>
                <a:lnTo>
                  <a:pt x="1559560" y="193040"/>
                </a:lnTo>
                <a:lnTo>
                  <a:pt x="1559560" y="146939"/>
                </a:lnTo>
                <a:lnTo>
                  <a:pt x="1605534" y="146939"/>
                </a:lnTo>
                <a:lnTo>
                  <a:pt x="1605534" y="112141"/>
                </a:lnTo>
                <a:lnTo>
                  <a:pt x="1516761" y="112141"/>
                </a:lnTo>
                <a:lnTo>
                  <a:pt x="1516761" y="227965"/>
                </a:lnTo>
                <a:lnTo>
                  <a:pt x="1562481" y="227965"/>
                </a:lnTo>
                <a:lnTo>
                  <a:pt x="1543812" y="232664"/>
                </a:lnTo>
                <a:lnTo>
                  <a:pt x="1551520" y="248145"/>
                </a:lnTo>
                <a:lnTo>
                  <a:pt x="1561350" y="262928"/>
                </a:lnTo>
                <a:lnTo>
                  <a:pt x="1573288" y="276999"/>
                </a:lnTo>
                <a:lnTo>
                  <a:pt x="1587373" y="290322"/>
                </a:lnTo>
                <a:lnTo>
                  <a:pt x="1569720" y="303809"/>
                </a:lnTo>
                <a:lnTo>
                  <a:pt x="1547495" y="315074"/>
                </a:lnTo>
                <a:lnTo>
                  <a:pt x="1520685" y="324142"/>
                </a:lnTo>
                <a:lnTo>
                  <a:pt x="1489329" y="330962"/>
                </a:lnTo>
                <a:lnTo>
                  <a:pt x="1501902" y="367538"/>
                </a:lnTo>
                <a:lnTo>
                  <a:pt x="1537970" y="358711"/>
                </a:lnTo>
                <a:lnTo>
                  <a:pt x="1569034" y="346684"/>
                </a:lnTo>
                <a:lnTo>
                  <a:pt x="1595069" y="331470"/>
                </a:lnTo>
                <a:lnTo>
                  <a:pt x="1616075" y="313055"/>
                </a:lnTo>
                <a:lnTo>
                  <a:pt x="1643646" y="330682"/>
                </a:lnTo>
                <a:lnTo>
                  <a:pt x="1675866" y="344855"/>
                </a:lnTo>
                <a:lnTo>
                  <a:pt x="1712747" y="355587"/>
                </a:lnTo>
                <a:lnTo>
                  <a:pt x="1754251" y="362839"/>
                </a:lnTo>
                <a:lnTo>
                  <a:pt x="1766570" y="321564"/>
                </a:lnTo>
                <a:close/>
              </a:path>
              <a:path w="2466975" h="367664">
                <a:moveTo>
                  <a:pt x="2088388" y="214884"/>
                </a:moveTo>
                <a:lnTo>
                  <a:pt x="2072678" y="161925"/>
                </a:lnTo>
                <a:lnTo>
                  <a:pt x="2030374" y="127876"/>
                </a:lnTo>
                <a:lnTo>
                  <a:pt x="1991741" y="121412"/>
                </a:lnTo>
                <a:lnTo>
                  <a:pt x="1970786" y="122301"/>
                </a:lnTo>
                <a:lnTo>
                  <a:pt x="1949284" y="124955"/>
                </a:lnTo>
                <a:lnTo>
                  <a:pt x="1927263" y="129400"/>
                </a:lnTo>
                <a:lnTo>
                  <a:pt x="1904746" y="135636"/>
                </a:lnTo>
                <a:lnTo>
                  <a:pt x="1811147" y="164973"/>
                </a:lnTo>
                <a:lnTo>
                  <a:pt x="1829054" y="204089"/>
                </a:lnTo>
                <a:lnTo>
                  <a:pt x="1855216" y="194208"/>
                </a:lnTo>
                <a:lnTo>
                  <a:pt x="1879434" y="185331"/>
                </a:lnTo>
                <a:lnTo>
                  <a:pt x="1901698" y="177444"/>
                </a:lnTo>
                <a:lnTo>
                  <a:pt x="1922018" y="170561"/>
                </a:lnTo>
                <a:lnTo>
                  <a:pt x="1939658" y="165468"/>
                </a:lnTo>
                <a:lnTo>
                  <a:pt x="1955939" y="161925"/>
                </a:lnTo>
                <a:lnTo>
                  <a:pt x="1955685" y="161925"/>
                </a:lnTo>
                <a:lnTo>
                  <a:pt x="1972233" y="159613"/>
                </a:lnTo>
                <a:lnTo>
                  <a:pt x="1987169" y="158877"/>
                </a:lnTo>
                <a:lnTo>
                  <a:pt x="2001367" y="159613"/>
                </a:lnTo>
                <a:lnTo>
                  <a:pt x="2000758" y="159613"/>
                </a:lnTo>
                <a:lnTo>
                  <a:pt x="2011654" y="161658"/>
                </a:lnTo>
                <a:lnTo>
                  <a:pt x="2042617" y="191477"/>
                </a:lnTo>
                <a:lnTo>
                  <a:pt x="2047748" y="214884"/>
                </a:lnTo>
                <a:lnTo>
                  <a:pt x="2046757" y="229793"/>
                </a:lnTo>
                <a:lnTo>
                  <a:pt x="2012467" y="275805"/>
                </a:lnTo>
                <a:lnTo>
                  <a:pt x="1947176" y="291757"/>
                </a:lnTo>
                <a:lnTo>
                  <a:pt x="1901444" y="294386"/>
                </a:lnTo>
                <a:lnTo>
                  <a:pt x="1915414" y="334772"/>
                </a:lnTo>
                <a:lnTo>
                  <a:pt x="1964029" y="330733"/>
                </a:lnTo>
                <a:lnTo>
                  <a:pt x="2004949" y="321627"/>
                </a:lnTo>
                <a:lnTo>
                  <a:pt x="2063623" y="288290"/>
                </a:lnTo>
                <a:lnTo>
                  <a:pt x="2086838" y="237756"/>
                </a:lnTo>
                <a:lnTo>
                  <a:pt x="2088388" y="214884"/>
                </a:lnTo>
                <a:close/>
              </a:path>
              <a:path w="2466975" h="367664">
                <a:moveTo>
                  <a:pt x="2466848" y="85725"/>
                </a:moveTo>
                <a:lnTo>
                  <a:pt x="2459977" y="40386"/>
                </a:lnTo>
                <a:lnTo>
                  <a:pt x="2406980" y="49326"/>
                </a:lnTo>
                <a:lnTo>
                  <a:pt x="2354148" y="57315"/>
                </a:lnTo>
                <a:lnTo>
                  <a:pt x="2301468" y="64363"/>
                </a:lnTo>
                <a:lnTo>
                  <a:pt x="2248954" y="70459"/>
                </a:lnTo>
                <a:lnTo>
                  <a:pt x="2196592" y="75590"/>
                </a:lnTo>
                <a:lnTo>
                  <a:pt x="2144395" y="79756"/>
                </a:lnTo>
                <a:lnTo>
                  <a:pt x="2155063" y="123063"/>
                </a:lnTo>
                <a:lnTo>
                  <a:pt x="2268575" y="106781"/>
                </a:lnTo>
                <a:lnTo>
                  <a:pt x="2303272" y="101346"/>
                </a:lnTo>
                <a:lnTo>
                  <a:pt x="2278024" y="121805"/>
                </a:lnTo>
                <a:lnTo>
                  <a:pt x="2260003" y="147002"/>
                </a:lnTo>
                <a:lnTo>
                  <a:pt x="2249208" y="176974"/>
                </a:lnTo>
                <a:lnTo>
                  <a:pt x="2245614" y="211709"/>
                </a:lnTo>
                <a:lnTo>
                  <a:pt x="2247938" y="237451"/>
                </a:lnTo>
                <a:lnTo>
                  <a:pt x="2266505" y="282790"/>
                </a:lnTo>
                <a:lnTo>
                  <a:pt x="2305024" y="318871"/>
                </a:lnTo>
                <a:lnTo>
                  <a:pt x="2372220" y="339775"/>
                </a:lnTo>
                <a:lnTo>
                  <a:pt x="2417051" y="344170"/>
                </a:lnTo>
                <a:lnTo>
                  <a:pt x="2430983" y="302387"/>
                </a:lnTo>
                <a:lnTo>
                  <a:pt x="2432621" y="302387"/>
                </a:lnTo>
                <a:lnTo>
                  <a:pt x="2389365" y="298958"/>
                </a:lnTo>
                <a:lnTo>
                  <a:pt x="2328697" y="282194"/>
                </a:lnTo>
                <a:lnTo>
                  <a:pt x="2300173" y="256806"/>
                </a:lnTo>
                <a:lnTo>
                  <a:pt x="2288019" y="211709"/>
                </a:lnTo>
                <a:lnTo>
                  <a:pt x="2287905" y="210185"/>
                </a:lnTo>
                <a:lnTo>
                  <a:pt x="2289645" y="188849"/>
                </a:lnTo>
                <a:lnTo>
                  <a:pt x="2303653" y="152463"/>
                </a:lnTo>
                <a:lnTo>
                  <a:pt x="2330691" y="124015"/>
                </a:lnTo>
                <a:lnTo>
                  <a:pt x="2366695" y="101346"/>
                </a:lnTo>
                <a:lnTo>
                  <a:pt x="2378075" y="96393"/>
                </a:lnTo>
                <a:lnTo>
                  <a:pt x="2395042" y="91732"/>
                </a:lnTo>
                <a:lnTo>
                  <a:pt x="2415502" y="88392"/>
                </a:lnTo>
                <a:lnTo>
                  <a:pt x="2439428" y="86398"/>
                </a:lnTo>
                <a:lnTo>
                  <a:pt x="2466848" y="857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09968" y="2864739"/>
            <a:ext cx="2810382" cy="3690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3895" y="109220"/>
            <a:ext cx="9579504" cy="13684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9632" y="378714"/>
            <a:ext cx="169545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8072" y="1645920"/>
            <a:ext cx="4675505" cy="3575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756909" y="7128986"/>
            <a:ext cx="2413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2033FBB-FEC1-1FE5-3518-BED51F57C233}"/>
              </a:ext>
            </a:extLst>
          </p:cNvPr>
          <p:cNvSpPr txBox="1"/>
          <p:nvPr/>
        </p:nvSpPr>
        <p:spPr>
          <a:xfrm>
            <a:off x="1308100" y="1952625"/>
            <a:ext cx="78003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ja-JP" altLang="en-US" sz="4000" b="1" spc="-35" dirty="0">
                <a:latin typeface="MS PGothic"/>
                <a:cs typeface="MS PGothic"/>
              </a:rPr>
              <a:t>第３回　</a:t>
            </a:r>
            <a:r>
              <a:rPr sz="4000" b="1" dirty="0">
                <a:latin typeface="MS PGothic"/>
                <a:cs typeface="MS PGothic"/>
              </a:rPr>
              <a:t>Raspberry</a:t>
            </a:r>
            <a:r>
              <a:rPr sz="4000" b="1" spc="10" dirty="0">
                <a:latin typeface="MS PGothic"/>
                <a:cs typeface="MS PGothic"/>
              </a:rPr>
              <a:t> </a:t>
            </a:r>
            <a:r>
              <a:rPr sz="4000" b="1" dirty="0">
                <a:latin typeface="MS PGothic"/>
                <a:cs typeface="MS PGothic"/>
              </a:rPr>
              <a:t>Pi</a:t>
            </a:r>
            <a:r>
              <a:rPr sz="4000" b="1" spc="55" dirty="0">
                <a:latin typeface="MS PGothic"/>
                <a:cs typeface="MS PGothic"/>
              </a:rPr>
              <a:t> </a:t>
            </a:r>
            <a:r>
              <a:rPr sz="4000" b="1" spc="-10" dirty="0">
                <a:latin typeface="MS PGothic"/>
                <a:cs typeface="MS PGothic"/>
              </a:rPr>
              <a:t>Pico</a:t>
            </a:r>
            <a:r>
              <a:rPr lang="en-US" sz="4000" b="1" spc="-10" dirty="0">
                <a:latin typeface="MS PGothic"/>
                <a:cs typeface="MS PGothic"/>
              </a:rPr>
              <a:t> </a:t>
            </a:r>
            <a:r>
              <a:rPr sz="4000" b="1" spc="-10" dirty="0">
                <a:latin typeface="MS PGothic"/>
                <a:cs typeface="MS PGothic"/>
              </a:rPr>
              <a:t>W</a:t>
            </a:r>
            <a:r>
              <a:rPr lang="ja-JP" altLang="en-US" sz="4000" b="1" spc="-10" dirty="0">
                <a:latin typeface="MS PGothic"/>
                <a:cs typeface="MS PGothic"/>
              </a:rPr>
              <a:t>　講座</a:t>
            </a:r>
            <a:endParaRPr sz="4000" dirty="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1260" y="1440686"/>
            <a:ext cx="8450580" cy="36490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ct val="15000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ja-JP" altLang="en-US" sz="3200" dirty="0">
                <a:latin typeface="MS PGothic"/>
                <a:cs typeface="MS PGothic"/>
              </a:rPr>
              <a:t>　今日できること</a:t>
            </a:r>
            <a:endParaRPr lang="en-US" altLang="ja-JP" sz="3200" dirty="0">
              <a:latin typeface="MS PGothic"/>
              <a:cs typeface="MS PGothic"/>
            </a:endParaRPr>
          </a:p>
          <a:p>
            <a:pPr marL="12700" lvl="1">
              <a:lnSpc>
                <a:spcPct val="150000"/>
              </a:lnSpc>
              <a:spcBef>
                <a:spcPts val="100"/>
              </a:spcBef>
              <a:buClr>
                <a:srgbClr val="375F92"/>
              </a:buClr>
              <a:buSzPct val="140000"/>
              <a:tabLst>
                <a:tab pos="441325" algn="l"/>
              </a:tabLst>
            </a:pPr>
            <a:r>
              <a:rPr lang="ja-JP" altLang="en-US" sz="3200" dirty="0">
                <a:solidFill>
                  <a:schemeClr val="dk1"/>
                </a:solidFill>
              </a:rPr>
              <a:t>　・計測した気温、湿度、気圧データを表示する。</a:t>
            </a:r>
            <a:endParaRPr lang="en-US" altLang="ja-JP" sz="3200" dirty="0">
              <a:solidFill>
                <a:schemeClr val="dk1"/>
              </a:solidFill>
            </a:endParaRPr>
          </a:p>
          <a:p>
            <a:pPr marL="12700" lvl="1">
              <a:lnSpc>
                <a:spcPct val="150000"/>
              </a:lnSpc>
              <a:spcBef>
                <a:spcPts val="100"/>
              </a:spcBef>
              <a:buClr>
                <a:srgbClr val="375F92"/>
              </a:buClr>
              <a:buSzPct val="140000"/>
              <a:tabLst>
                <a:tab pos="441325" algn="l"/>
              </a:tabLst>
            </a:pPr>
            <a:endParaRPr lang="en-US" altLang="ja-JP" sz="3200" dirty="0">
              <a:solidFill>
                <a:schemeClr val="dk1"/>
              </a:solidFill>
            </a:endParaRPr>
          </a:p>
          <a:p>
            <a:pPr marL="12700" lvl="1">
              <a:lnSpc>
                <a:spcPct val="150000"/>
              </a:lnSpc>
              <a:spcBef>
                <a:spcPts val="100"/>
              </a:spcBef>
              <a:buClr>
                <a:srgbClr val="375F92"/>
              </a:buClr>
              <a:buSzPct val="140000"/>
              <a:tabLst>
                <a:tab pos="441325" algn="l"/>
              </a:tabLst>
            </a:pPr>
            <a:r>
              <a:rPr lang="ja-JP" altLang="en-US" sz="3200" b="1" dirty="0"/>
              <a:t>「見えないものを表示する。」</a:t>
            </a:r>
            <a:endParaRPr lang="ja-JP" altLang="en-US" sz="320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8">
            <a:extLst>
              <a:ext uri="{FF2B5EF4-FFF2-40B4-BE49-F238E27FC236}">
                <a16:creationId xmlns:a16="http://schemas.microsoft.com/office/drawing/2014/main" id="{FC2B1752-12D3-2DDE-5838-BE5809E8D74A}"/>
              </a:ext>
            </a:extLst>
          </p:cNvPr>
          <p:cNvSpPr txBox="1"/>
          <p:nvPr/>
        </p:nvSpPr>
        <p:spPr>
          <a:xfrm>
            <a:off x="1191260" y="379348"/>
            <a:ext cx="56794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ja-JP" altLang="en-US" sz="3200" b="1" dirty="0"/>
              <a:t>今日できること</a:t>
            </a:r>
            <a:endParaRPr sz="3200" dirty="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1260" y="1359154"/>
            <a:ext cx="8450580" cy="5770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ja-JP" altLang="en-US" sz="2000" dirty="0">
                <a:latin typeface="MS PGothic"/>
                <a:cs typeface="MS PGothic"/>
              </a:rPr>
              <a:t>有機</a:t>
            </a:r>
            <a:r>
              <a:rPr lang="en-US" altLang="ja-JP" sz="2000" dirty="0">
                <a:latin typeface="MS PGothic"/>
                <a:cs typeface="MS PGothic"/>
              </a:rPr>
              <a:t>EL</a:t>
            </a:r>
            <a:r>
              <a:rPr lang="ja-JP" altLang="en-US" sz="2000" dirty="0">
                <a:latin typeface="MS PGothic"/>
                <a:cs typeface="MS PGothic"/>
              </a:rPr>
              <a:t>ディスプレイ</a:t>
            </a:r>
            <a:r>
              <a:rPr lang="en-US" altLang="ja-JP" sz="2000" dirty="0">
                <a:latin typeface="MS PGothic"/>
                <a:cs typeface="MS PGothic"/>
              </a:rPr>
              <a:t>(OLED)</a:t>
            </a:r>
            <a:endParaRPr lang="ja-JP" altLang="en-US" sz="2000" dirty="0">
              <a:latin typeface="MS PGothic"/>
              <a:cs typeface="MS PGothic"/>
            </a:endParaRPr>
          </a:p>
          <a:p>
            <a:pPr marL="469900">
              <a:lnSpc>
                <a:spcPts val="2090"/>
              </a:lnSpc>
            </a:pPr>
            <a:r>
              <a:rPr lang="ja-JP" altLang="en-US" dirty="0"/>
              <a:t>有機</a:t>
            </a:r>
            <a:r>
              <a:rPr lang="en-US" altLang="ja-JP" dirty="0"/>
              <a:t>LED(OLED)</a:t>
            </a:r>
            <a:r>
              <a:rPr lang="ja-JP" altLang="en-US" dirty="0"/>
              <a:t>は</a:t>
            </a:r>
            <a:r>
              <a:rPr lang="en-US" altLang="ja-JP" dirty="0"/>
              <a:t>I2C</a:t>
            </a:r>
            <a:r>
              <a:rPr lang="ja-JP" altLang="en-US" dirty="0"/>
              <a:t>制御の</a:t>
            </a:r>
            <a:r>
              <a:rPr lang="en-US" altLang="ja-JP" dirty="0"/>
              <a:t>128x64</a:t>
            </a:r>
            <a:r>
              <a:rPr lang="ja-JP" altLang="en-US" dirty="0"/>
              <a:t>グラフィックディスプレイモジュール</a:t>
            </a:r>
            <a:endParaRPr lang="ja-JP" altLang="en-US" sz="1800" dirty="0">
              <a:latin typeface="MS PGothic"/>
              <a:cs typeface="MS P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8100" y="4372967"/>
            <a:ext cx="8450580" cy="19954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indent="-351155">
              <a:lnSpc>
                <a:spcPts val="2580"/>
              </a:lnSpc>
              <a:buClr>
                <a:srgbClr val="375F92"/>
              </a:buClr>
              <a:buSzPct val="135000"/>
              <a:buFont typeface="Wingdings"/>
              <a:buChar char=""/>
              <a:tabLst>
                <a:tab pos="362585" algn="l"/>
              </a:tabLst>
            </a:pPr>
            <a:r>
              <a:rPr lang="ja-JP" altLang="en-US" sz="2000" spc="-20" dirty="0">
                <a:latin typeface="MS PGothic"/>
                <a:cs typeface="MS PGothic"/>
              </a:rPr>
              <a:t>主な特徴</a:t>
            </a:r>
            <a:endParaRPr sz="1800" dirty="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</a:pPr>
            <a:r>
              <a:rPr lang="ja-JP" altLang="en-US" spc="-10" dirty="0">
                <a:latin typeface="MS PGothic"/>
                <a:cs typeface="MS PGothic"/>
              </a:rPr>
              <a:t>バックライト不要</a:t>
            </a:r>
            <a:endParaRPr lang="en-US" altLang="ja-JP" spc="-10" dirty="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</a:pPr>
            <a:r>
              <a:rPr lang="ja-JP" altLang="en-US" spc="-10" dirty="0">
                <a:latin typeface="MS PGothic"/>
                <a:cs typeface="MS PGothic"/>
              </a:rPr>
              <a:t>小型・低消費電力</a:t>
            </a:r>
            <a:endParaRPr lang="en-US" altLang="ja-JP" spc="-10" dirty="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</a:pPr>
            <a:r>
              <a:rPr lang="ja-JP" altLang="en-US" dirty="0"/>
              <a:t>視野角が広い</a:t>
            </a:r>
            <a:endParaRPr lang="en-US" altLang="ja-JP" spc="-10" dirty="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</a:pPr>
            <a:r>
              <a:rPr lang="en-US" altLang="ja-JP" spc="-10" dirty="0">
                <a:latin typeface="MS PGothic"/>
                <a:cs typeface="MS PGothic"/>
              </a:rPr>
              <a:t>I²C</a:t>
            </a:r>
            <a:r>
              <a:rPr lang="ja-JP" altLang="en-US" spc="-10" dirty="0">
                <a:latin typeface="MS PGothic"/>
                <a:cs typeface="MS PGothic"/>
              </a:rPr>
              <a:t>通信対応</a:t>
            </a:r>
            <a:endParaRPr lang="en-US" altLang="ja-JP" spc="-10" dirty="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</a:pPr>
            <a:r>
              <a:rPr lang="ja-JP" altLang="en-US" dirty="0"/>
              <a:t>文字表示、センサー表示、簡単なグラフ表示</a:t>
            </a:r>
            <a:endParaRPr lang="en-US" altLang="ja-JP" spc="-10" dirty="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</a:pPr>
            <a:r>
              <a:rPr lang="en-US" altLang="ja-JP" spc="-10" dirty="0">
                <a:latin typeface="MS PGothic"/>
                <a:cs typeface="MS PGothic"/>
              </a:rPr>
              <a:t>Raspberry Pi Pico</a:t>
            </a:r>
            <a:r>
              <a:rPr lang="ja-JP" altLang="en-US" spc="-10" dirty="0">
                <a:latin typeface="MS PGothic"/>
                <a:cs typeface="MS PGothic"/>
              </a:rPr>
              <a:t>と簡単接続</a:t>
            </a:r>
            <a:endParaRPr dirty="0">
              <a:latin typeface="MS PGothic"/>
              <a:cs typeface="MS P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9500" y="257642"/>
            <a:ext cx="8001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ja-JP" altLang="en-US" sz="3200" dirty="0">
                <a:latin typeface="MS PGothic"/>
                <a:cs typeface="MS PGothic"/>
              </a:rPr>
              <a:t>有機</a:t>
            </a:r>
            <a:r>
              <a:rPr lang="en-US" altLang="ja-JP" sz="3200" dirty="0">
                <a:latin typeface="MS PGothic"/>
                <a:cs typeface="MS PGothic"/>
              </a:rPr>
              <a:t>EL</a:t>
            </a:r>
            <a:r>
              <a:rPr lang="ja-JP" altLang="en-US" sz="3200" dirty="0">
                <a:latin typeface="MS PGothic"/>
                <a:cs typeface="MS PGothic"/>
              </a:rPr>
              <a:t>ディスプレイ</a:t>
            </a:r>
            <a:r>
              <a:rPr lang="en-US" altLang="ja-JP" sz="3200" dirty="0">
                <a:latin typeface="MS PGothic"/>
                <a:cs typeface="MS PGothic"/>
              </a:rPr>
              <a:t>(OLED)</a:t>
            </a:r>
            <a:endParaRPr lang="ja-JP" altLang="en-US" sz="3200" dirty="0">
              <a:latin typeface="MS PGothic"/>
              <a:cs typeface="MS P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B21759B-6D71-1578-8581-81919FCB1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700" y="2143840"/>
            <a:ext cx="2048162" cy="18290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A268F064-F46A-1B7F-5043-56C15D1C29FF}"/>
              </a:ext>
            </a:extLst>
          </p:cNvPr>
          <p:cNvSpPr txBox="1"/>
          <p:nvPr/>
        </p:nvSpPr>
        <p:spPr>
          <a:xfrm>
            <a:off x="1103627" y="1497330"/>
            <a:ext cx="8450580" cy="2157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ct val="15000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ja-JP" altLang="en-US" sz="2400" dirty="0">
                <a:latin typeface="MS PGothic"/>
                <a:cs typeface="MS PGothic"/>
              </a:rPr>
              <a:t>接続作業</a:t>
            </a:r>
          </a:p>
          <a:p>
            <a:pPr marL="469900">
              <a:lnSpc>
                <a:spcPct val="150000"/>
              </a:lnSpc>
            </a:pPr>
            <a:r>
              <a:rPr lang="ja-JP" altLang="en-US" sz="2400" dirty="0">
                <a:solidFill>
                  <a:srgbClr val="374151"/>
                </a:solidFill>
                <a:latin typeface="Calibri"/>
                <a:cs typeface="Calibri"/>
              </a:rPr>
              <a:t>有機</a:t>
            </a:r>
            <a:r>
              <a:rPr lang="en-US" altLang="ja-JP" sz="2400" dirty="0">
                <a:solidFill>
                  <a:srgbClr val="374151"/>
                </a:solidFill>
                <a:latin typeface="Calibri"/>
                <a:cs typeface="Calibri"/>
              </a:rPr>
              <a:t>EL</a:t>
            </a:r>
            <a:r>
              <a:rPr lang="ja-JP" altLang="en-US" sz="2400" dirty="0">
                <a:solidFill>
                  <a:srgbClr val="374151"/>
                </a:solidFill>
                <a:latin typeface="Calibri"/>
                <a:cs typeface="Calibri"/>
              </a:rPr>
              <a:t>ディスプレイ</a:t>
            </a:r>
            <a:r>
              <a:rPr lang="en-US" altLang="ja-JP" sz="2400" dirty="0">
                <a:solidFill>
                  <a:srgbClr val="374151"/>
                </a:solidFill>
                <a:latin typeface="Calibri"/>
                <a:cs typeface="Calibri"/>
              </a:rPr>
              <a:t>(OLED)</a:t>
            </a:r>
            <a:r>
              <a:rPr lang="ja-JP" altLang="en-US" sz="2400" dirty="0">
                <a:solidFill>
                  <a:srgbClr val="374151"/>
                </a:solidFill>
                <a:latin typeface="Calibri"/>
                <a:cs typeface="Calibri"/>
              </a:rPr>
              <a:t>基板と</a:t>
            </a:r>
            <a:r>
              <a:rPr lang="en-US" altLang="ja-JP" sz="2400" dirty="0"/>
              <a:t>Raspberry Pi Pico W</a:t>
            </a:r>
            <a:r>
              <a:rPr lang="ja-JP" altLang="en-US" sz="2400" dirty="0"/>
              <a:t>をジャンパーワイヤで接続します。</a:t>
            </a:r>
            <a:endParaRPr lang="en-US" altLang="ja-JP" sz="2400" dirty="0"/>
          </a:p>
          <a:p>
            <a:pPr marL="469900">
              <a:lnSpc>
                <a:spcPct val="150000"/>
              </a:lnSpc>
            </a:pPr>
            <a:r>
              <a:rPr lang="en-US" altLang="ja-JP" sz="2400" dirty="0"/>
              <a:t>I²C</a:t>
            </a:r>
            <a:r>
              <a:rPr lang="ja-JP" altLang="en-US" sz="2400" dirty="0"/>
              <a:t>は </a:t>
            </a:r>
            <a:r>
              <a:rPr lang="en-US" altLang="ja-JP" sz="2400" b="1" dirty="0"/>
              <a:t>2</a:t>
            </a:r>
            <a:r>
              <a:rPr lang="ja-JP" altLang="en-US" sz="2400" b="1" dirty="0"/>
              <a:t>本の信号線（</a:t>
            </a:r>
            <a:r>
              <a:rPr lang="en-US" altLang="ja-JP" sz="2400" b="1" dirty="0"/>
              <a:t>SDA / SCL</a:t>
            </a:r>
            <a:r>
              <a:rPr lang="ja-JP" altLang="en-US" sz="2400" b="1" dirty="0"/>
              <a:t>）で通信する方式です。</a:t>
            </a:r>
            <a:endParaRPr lang="ja-JP" altLang="en-US" sz="2400" dirty="0">
              <a:latin typeface="MS PGothic"/>
              <a:cs typeface="MS PGothic"/>
            </a:endParaRP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8EF0E913-5A1E-AD04-D98B-AFB5A71CD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163258"/>
              </p:ext>
            </p:extLst>
          </p:nvPr>
        </p:nvGraphicFramePr>
        <p:xfrm>
          <a:off x="1536700" y="3913748"/>
          <a:ext cx="5334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368192124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73930187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8418551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845496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b="1" i="0" u="none" strike="noStrike" dirty="0">
                          <a:solidFill>
                            <a:schemeClr val="bg1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Raspberry Pi </a:t>
                      </a:r>
                      <a:r>
                        <a:rPr lang="en-US" sz="2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PiCO</a:t>
                      </a:r>
                      <a:r>
                        <a:rPr lang="en-US" sz="2800" b="1" i="0" u="none" strike="noStrike" dirty="0">
                          <a:solidFill>
                            <a:schemeClr val="bg1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 W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800" b="1" i="0" u="none" strike="noStrike" dirty="0">
                          <a:solidFill>
                            <a:schemeClr val="bg1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ピン番号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800" b="1" i="0" u="none" strike="noStrike" dirty="0">
                          <a:solidFill>
                            <a:schemeClr val="bg1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OLED</a:t>
                      </a:r>
                      <a:endParaRPr lang="en-US" sz="2800" b="1" i="0" u="none" strike="noStrike" dirty="0">
                        <a:solidFill>
                          <a:schemeClr val="bg1"/>
                        </a:solidFill>
                        <a:effectLst/>
                        <a:latin typeface="Yu Gothic" panose="020B0400000000000000" pitchFamily="50" charset="-128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800" b="1" i="0" u="none" strike="noStrike" dirty="0">
                          <a:solidFill>
                            <a:schemeClr val="bg1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ピン番号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34710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3V3(OUT)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8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VCC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32844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I2C0 SDA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SDA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41206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I2C0 SCL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SCL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96792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GND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GND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Yu Gothic" panose="020B0400000000000000" pitchFamily="50" charset="-128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69327357"/>
                  </a:ext>
                </a:extLst>
              </a:tr>
            </a:tbl>
          </a:graphicData>
        </a:graphic>
      </p:graphicFrame>
      <p:sp>
        <p:nvSpPr>
          <p:cNvPr id="5" name="object 7" descr="$PPTXTitle">
            <a:extLst>
              <a:ext uri="{FF2B5EF4-FFF2-40B4-BE49-F238E27FC236}">
                <a16:creationId xmlns:a16="http://schemas.microsoft.com/office/drawing/2014/main" id="{629735BB-1699-3B97-F24D-DE6BE15538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3994" y="227410"/>
            <a:ext cx="676306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ja-JP" altLang="en-US" sz="3200" spc="-30" dirty="0"/>
              <a:t>配線作業</a:t>
            </a:r>
            <a:endParaRPr sz="3200" spc="-30" dirty="0"/>
          </a:p>
        </p:txBody>
      </p:sp>
    </p:spTree>
    <p:extLst>
      <p:ext uri="{BB962C8B-B14F-4D97-AF65-F5344CB8AC3E}">
        <p14:creationId xmlns:p14="http://schemas.microsoft.com/office/powerpoint/2010/main" val="214681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0846D6FD-972F-D05B-3891-0325BD010D86}"/>
              </a:ext>
            </a:extLst>
          </p:cNvPr>
          <p:cNvSpPr txBox="1"/>
          <p:nvPr/>
        </p:nvSpPr>
        <p:spPr>
          <a:xfrm>
            <a:off x="1191260" y="1359154"/>
            <a:ext cx="8450580" cy="1231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ct val="15000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ja-JP" altLang="en-US" sz="2800" dirty="0">
                <a:latin typeface="MS PGothic"/>
                <a:cs typeface="MS PGothic"/>
              </a:rPr>
              <a:t>テスターで</a:t>
            </a:r>
            <a:r>
              <a:rPr lang="en-US" altLang="ja-JP" sz="2800" dirty="0">
                <a:latin typeface="MS PGothic"/>
                <a:cs typeface="MS PGothic"/>
              </a:rPr>
              <a:t>VCC</a:t>
            </a:r>
            <a:r>
              <a:rPr lang="ja-JP" altLang="en-US" sz="2800" dirty="0">
                <a:latin typeface="MS PGothic"/>
                <a:cs typeface="MS PGothic"/>
              </a:rPr>
              <a:t>と</a:t>
            </a:r>
            <a:r>
              <a:rPr lang="en-US" altLang="ja-JP" sz="2800" dirty="0">
                <a:latin typeface="MS PGothic"/>
                <a:cs typeface="MS PGothic"/>
              </a:rPr>
              <a:t>GND</a:t>
            </a:r>
            <a:r>
              <a:rPr lang="ja-JP" altLang="en-US" sz="2800" dirty="0">
                <a:latin typeface="MS PGothic"/>
                <a:cs typeface="MS PGothic"/>
              </a:rPr>
              <a:t>がショートしていないかの確認</a:t>
            </a:r>
          </a:p>
          <a:p>
            <a:pPr marL="469900">
              <a:lnSpc>
                <a:spcPct val="150000"/>
              </a:lnSpc>
            </a:pPr>
            <a:r>
              <a:rPr lang="ja-JP" altLang="en-US" sz="2800" dirty="0">
                <a:solidFill>
                  <a:srgbClr val="374151"/>
                </a:solidFill>
                <a:latin typeface="Calibri"/>
                <a:cs typeface="Calibri"/>
              </a:rPr>
              <a:t>抵抗値はｘｘｘ</a:t>
            </a:r>
            <a:r>
              <a:rPr lang="en-US" altLang="ja-JP" sz="2800" dirty="0">
                <a:solidFill>
                  <a:srgbClr val="374151"/>
                </a:solidFill>
                <a:latin typeface="Calibri"/>
                <a:cs typeface="Calibri"/>
              </a:rPr>
              <a:t>Ω</a:t>
            </a:r>
            <a:r>
              <a:rPr lang="ja-JP" altLang="en-US" sz="2800" dirty="0">
                <a:solidFill>
                  <a:srgbClr val="374151"/>
                </a:solidFill>
                <a:latin typeface="Calibri"/>
                <a:cs typeface="Calibri"/>
              </a:rPr>
              <a:t>なら</a:t>
            </a:r>
            <a:r>
              <a:rPr lang="en-US" altLang="ja-JP" sz="2800" dirty="0">
                <a:solidFill>
                  <a:srgbClr val="374151"/>
                </a:solidFill>
                <a:latin typeface="Calibri"/>
                <a:cs typeface="Calibri"/>
              </a:rPr>
              <a:t>OK</a:t>
            </a:r>
            <a:r>
              <a:rPr lang="ja-JP" altLang="en-US" sz="2800" dirty="0">
                <a:solidFill>
                  <a:srgbClr val="374151"/>
                </a:solidFill>
                <a:latin typeface="Calibri"/>
                <a:cs typeface="Calibri"/>
              </a:rPr>
              <a:t>です。</a:t>
            </a:r>
            <a:endParaRPr lang="ja-JP" altLang="en-US" sz="2800" dirty="0">
              <a:latin typeface="MS PGothic"/>
              <a:cs typeface="MS PGothic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DBDCAC2-9670-777D-5D33-F6D0A5C81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900" y="3324225"/>
            <a:ext cx="2290305" cy="361359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8A0A346-30B8-93ED-AE8D-FCC9726D1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4006985"/>
            <a:ext cx="2048162" cy="1829056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232775F6-565F-77C9-8D58-7497619C6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300" y="3972896"/>
            <a:ext cx="3697982" cy="2718897"/>
          </a:xfrm>
          <a:prstGeom prst="rect">
            <a:avLst/>
          </a:prstGeom>
        </p:spPr>
      </p:pic>
      <p:sp>
        <p:nvSpPr>
          <p:cNvPr id="10" name="object 8">
            <a:extLst>
              <a:ext uri="{FF2B5EF4-FFF2-40B4-BE49-F238E27FC236}">
                <a16:creationId xmlns:a16="http://schemas.microsoft.com/office/drawing/2014/main" id="{B0AE396D-F228-0AC1-D8DD-54293738C5D8}"/>
              </a:ext>
            </a:extLst>
          </p:cNvPr>
          <p:cNvSpPr txBox="1"/>
          <p:nvPr/>
        </p:nvSpPr>
        <p:spPr>
          <a:xfrm>
            <a:off x="1155700" y="287222"/>
            <a:ext cx="620141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ja-JP" altLang="en-US" sz="3200" b="1" spc="-10" dirty="0">
                <a:latin typeface="MS PGothic"/>
                <a:cs typeface="MS PGothic"/>
              </a:rPr>
              <a:t>通電前チェック</a:t>
            </a:r>
            <a:endParaRPr sz="3200" dirty="0">
              <a:latin typeface="MS PGothic"/>
              <a:cs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908401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F1D5A07A-3C06-B222-BEC1-81DEE0A35242}"/>
              </a:ext>
            </a:extLst>
          </p:cNvPr>
          <p:cNvSpPr txBox="1"/>
          <p:nvPr/>
        </p:nvSpPr>
        <p:spPr>
          <a:xfrm>
            <a:off x="1079500" y="268321"/>
            <a:ext cx="451205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ja-JP" sz="3200" b="1" spc="-20" dirty="0">
                <a:latin typeface="MS PGothic"/>
                <a:cs typeface="MS PGothic"/>
              </a:rPr>
              <a:t>I2C</a:t>
            </a:r>
            <a:r>
              <a:rPr lang="ja-JP" altLang="en-US" sz="3200" b="1" spc="-20" dirty="0">
                <a:latin typeface="MS PGothic"/>
                <a:cs typeface="MS PGothic"/>
              </a:rPr>
              <a:t>スキャン</a:t>
            </a:r>
            <a:endParaRPr sz="3200" dirty="0">
              <a:latin typeface="MS PGothic"/>
              <a:cs typeface="MS PGothic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041AA39B-ED36-0317-82F1-31B1BD0A9BDA}"/>
              </a:ext>
            </a:extLst>
          </p:cNvPr>
          <p:cNvSpPr txBox="1"/>
          <p:nvPr/>
        </p:nvSpPr>
        <p:spPr>
          <a:xfrm>
            <a:off x="1155700" y="1356931"/>
            <a:ext cx="8450580" cy="936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indent="-351155">
              <a:lnSpc>
                <a:spcPts val="2580"/>
              </a:lnSpc>
              <a:buClr>
                <a:srgbClr val="375F92"/>
              </a:buClr>
              <a:buSzPct val="135000"/>
              <a:buFont typeface="Wingdings"/>
              <a:buChar char=""/>
              <a:tabLst>
                <a:tab pos="362585" algn="l"/>
              </a:tabLst>
            </a:pPr>
            <a:r>
              <a:rPr lang="en-US" altLang="ja-JP" sz="2000" dirty="0"/>
              <a:t>MODE = "scan" </a:t>
            </a:r>
          </a:p>
          <a:p>
            <a:pPr marL="11430">
              <a:lnSpc>
                <a:spcPts val="2580"/>
              </a:lnSpc>
              <a:buClr>
                <a:srgbClr val="375F92"/>
              </a:buClr>
              <a:buSzPct val="135000"/>
              <a:tabLst>
                <a:tab pos="362585" algn="l"/>
              </a:tabLst>
            </a:pPr>
            <a:r>
              <a:rPr lang="ja-JP" altLang="en-US" sz="2000" spc="-15" dirty="0">
                <a:latin typeface="MS PGothic"/>
                <a:cs typeface="MS PGothic"/>
              </a:rPr>
              <a:t>　　</a:t>
            </a:r>
            <a:r>
              <a:rPr sz="1800" spc="-15" dirty="0">
                <a:latin typeface="MS PGothic"/>
                <a:cs typeface="MS PGothic"/>
              </a:rPr>
              <a:t>「</a:t>
            </a:r>
            <a:r>
              <a:rPr sz="1800" spc="-15" dirty="0" err="1">
                <a:latin typeface="MS PGothic"/>
                <a:cs typeface="MS PGothic"/>
              </a:rPr>
              <a:t>コード資料.</a:t>
            </a:r>
            <a:r>
              <a:rPr sz="1800" spc="-10" dirty="0" err="1">
                <a:latin typeface="MS PGothic"/>
                <a:cs typeface="MS PGothic"/>
              </a:rPr>
              <a:t>zip</a:t>
            </a:r>
            <a:r>
              <a:rPr sz="1800" spc="-5" dirty="0" err="1">
                <a:latin typeface="MS PGothic"/>
                <a:cs typeface="MS PGothic"/>
              </a:rPr>
              <a:t>」を</a:t>
            </a:r>
            <a:r>
              <a:rPr sz="1800" spc="-10" dirty="0" err="1">
                <a:latin typeface="MS PGothic"/>
                <a:cs typeface="MS PGothic"/>
              </a:rPr>
              <a:t>ZIP</a:t>
            </a:r>
            <a:r>
              <a:rPr sz="1800" spc="-25" dirty="0" err="1">
                <a:latin typeface="MS PGothic"/>
                <a:cs typeface="MS PGothic"/>
              </a:rPr>
              <a:t>展開</a:t>
            </a:r>
            <a:r>
              <a:rPr lang="ja-JP" altLang="en-US" sz="1800" spc="-25" dirty="0">
                <a:latin typeface="MS PGothic"/>
                <a:cs typeface="MS PGothic"/>
              </a:rPr>
              <a:t>した</a:t>
            </a:r>
            <a:r>
              <a:rPr lang="en-US" altLang="ja-JP" sz="1800" spc="-25" dirty="0">
                <a:latin typeface="MS PGothic"/>
                <a:cs typeface="MS PGothic"/>
              </a:rPr>
              <a:t>code.py</a:t>
            </a:r>
            <a:r>
              <a:rPr lang="ja-JP" altLang="en-US" sz="1800" spc="-25" dirty="0">
                <a:latin typeface="MS PGothic"/>
                <a:cs typeface="MS PGothic"/>
              </a:rPr>
              <a:t>の</a:t>
            </a:r>
            <a:r>
              <a:rPr lang="en-US" altLang="ja-JP" sz="1800" spc="-25" dirty="0">
                <a:latin typeface="MS PGothic"/>
                <a:cs typeface="MS PGothic"/>
              </a:rPr>
              <a:t>15</a:t>
            </a:r>
            <a:r>
              <a:rPr lang="ja-JP" altLang="en-US" sz="1800" spc="-25" dirty="0">
                <a:latin typeface="MS PGothic"/>
                <a:cs typeface="MS PGothic"/>
              </a:rPr>
              <a:t>行目を</a:t>
            </a:r>
            <a:r>
              <a:rPr lang="en-US" altLang="ja-JP" dirty="0"/>
              <a:t>MODE = "scan" </a:t>
            </a:r>
          </a:p>
          <a:p>
            <a:pPr marL="469900">
              <a:lnSpc>
                <a:spcPts val="2080"/>
              </a:lnSpc>
            </a:pPr>
            <a:r>
              <a:rPr lang="ja-JP" altLang="en-US" sz="1800" spc="-25" dirty="0">
                <a:latin typeface="MS PGothic"/>
                <a:cs typeface="MS PGothic"/>
              </a:rPr>
              <a:t>にします。</a:t>
            </a:r>
            <a:endParaRPr sz="1800" dirty="0">
              <a:latin typeface="MS PGothic"/>
              <a:cs typeface="MS PGothic"/>
            </a:endParaRP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8DC3F727-D1B8-E783-914B-BE108C43BF8D}"/>
              </a:ext>
            </a:extLst>
          </p:cNvPr>
          <p:cNvSpPr txBox="1"/>
          <p:nvPr/>
        </p:nvSpPr>
        <p:spPr>
          <a:xfrm>
            <a:off x="1265328" y="2397521"/>
            <a:ext cx="8450580" cy="5770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en-US" altLang="ja-JP" sz="2000" dirty="0">
                <a:latin typeface="MS PGothic"/>
                <a:cs typeface="MS PGothic"/>
              </a:rPr>
              <a:t>I2C</a:t>
            </a:r>
            <a:r>
              <a:rPr lang="ja-JP" altLang="en-US" sz="2000" dirty="0">
                <a:latin typeface="MS PGothic"/>
                <a:cs typeface="MS PGothic"/>
              </a:rPr>
              <a:t>スキャンを実行する</a:t>
            </a:r>
          </a:p>
          <a:p>
            <a:pPr marL="469900">
              <a:lnSpc>
                <a:spcPts val="2090"/>
              </a:lnSpc>
            </a:pPr>
            <a:r>
              <a:rPr lang="en-US" altLang="ja-JP" dirty="0"/>
              <a:t>Raspberry Pi Pico W</a:t>
            </a:r>
            <a:r>
              <a:rPr lang="ja-JP" altLang="en-US" dirty="0"/>
              <a:t>が</a:t>
            </a:r>
            <a:r>
              <a:rPr lang="en-US" altLang="ja-JP" sz="1800" dirty="0">
                <a:solidFill>
                  <a:srgbClr val="374151"/>
                </a:solidFill>
                <a:latin typeface="Calibri"/>
                <a:cs typeface="Calibri"/>
              </a:rPr>
              <a:t>BME280</a:t>
            </a:r>
            <a:r>
              <a:rPr lang="ja-JP" altLang="en-US" sz="1800" dirty="0">
                <a:solidFill>
                  <a:srgbClr val="374151"/>
                </a:solidFill>
                <a:latin typeface="Calibri"/>
                <a:cs typeface="Calibri"/>
              </a:rPr>
              <a:t>と</a:t>
            </a:r>
            <a:r>
              <a:rPr lang="en-US" altLang="ja-JP" dirty="0"/>
              <a:t>I²C</a:t>
            </a:r>
            <a:r>
              <a:rPr lang="ja-JP" altLang="en-US" dirty="0"/>
              <a:t>通信を確認。</a:t>
            </a:r>
            <a:endParaRPr lang="ja-JP" altLang="en-US" sz="1800" dirty="0">
              <a:latin typeface="MS PGothic"/>
              <a:cs typeface="MS PGothic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7997F2BA-C148-6BAE-0D16-9F9CAAA32CE3}"/>
              </a:ext>
            </a:extLst>
          </p:cNvPr>
          <p:cNvSpPr txBox="1"/>
          <p:nvPr/>
        </p:nvSpPr>
        <p:spPr>
          <a:xfrm>
            <a:off x="1265328" y="3248025"/>
            <a:ext cx="7068184" cy="1679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indent="-351155">
              <a:lnSpc>
                <a:spcPts val="2580"/>
              </a:lnSpc>
              <a:buClr>
                <a:srgbClr val="375F92"/>
              </a:buClr>
              <a:buSzPct val="135000"/>
              <a:buFont typeface="Wingdings"/>
              <a:buChar char=""/>
              <a:tabLst>
                <a:tab pos="362585" algn="l"/>
              </a:tabLst>
            </a:pPr>
            <a:r>
              <a:rPr lang="en-US" altLang="ja-JP" sz="2000" dirty="0"/>
              <a:t>Raspberry Pi Pico W</a:t>
            </a:r>
            <a:endParaRPr sz="2000" dirty="0">
              <a:latin typeface="MS PGothic"/>
              <a:cs typeface="MS PGothic"/>
            </a:endParaRPr>
          </a:p>
          <a:p>
            <a:pPr marL="469900">
              <a:lnSpc>
                <a:spcPts val="2080"/>
              </a:lnSpc>
            </a:pPr>
            <a:r>
              <a:rPr lang="en-US" altLang="ja-JP" sz="1800" spc="-15" dirty="0">
                <a:latin typeface="MS PGothic"/>
                <a:cs typeface="MS PGothic"/>
              </a:rPr>
              <a:t>I2P</a:t>
            </a:r>
            <a:r>
              <a:rPr lang="ja-JP" altLang="en-US" spc="-15" dirty="0">
                <a:latin typeface="MS PGothic"/>
                <a:cs typeface="MS PGothic"/>
              </a:rPr>
              <a:t>インターフェイスで７６</a:t>
            </a:r>
            <a:r>
              <a:rPr lang="en-US" altLang="ja-JP" spc="-15" dirty="0">
                <a:latin typeface="MS PGothic"/>
                <a:cs typeface="MS PGothic"/>
              </a:rPr>
              <a:t>H</a:t>
            </a:r>
            <a:r>
              <a:rPr lang="ja-JP" altLang="en-US" spc="-15" dirty="0">
                <a:latin typeface="MS PGothic"/>
                <a:cs typeface="MS PGothic"/>
              </a:rPr>
              <a:t>がある場合、</a:t>
            </a:r>
            <a:endParaRPr lang="en-US" altLang="ja-JP" spc="-15" dirty="0">
              <a:latin typeface="MS PGothic"/>
              <a:cs typeface="MS PGothic"/>
            </a:endParaRPr>
          </a:p>
          <a:p>
            <a:pPr marL="469900">
              <a:lnSpc>
                <a:spcPts val="2080"/>
              </a:lnSpc>
            </a:pPr>
            <a:r>
              <a:rPr lang="en-US" altLang="ja-JP" sz="1800" dirty="0">
                <a:latin typeface="MS PGothic"/>
                <a:cs typeface="MS PGothic"/>
              </a:rPr>
              <a:t>T</a:t>
            </a:r>
            <a:r>
              <a:rPr lang="ja-JP" altLang="en-US" sz="1800" dirty="0">
                <a:latin typeface="MS PGothic"/>
                <a:cs typeface="MS PGothic"/>
              </a:rPr>
              <a:t>ｈ</a:t>
            </a:r>
            <a:r>
              <a:rPr lang="en-US" altLang="ja-JP" sz="1800" dirty="0" err="1">
                <a:latin typeface="MS PGothic"/>
                <a:cs typeface="MS PGothic"/>
              </a:rPr>
              <a:t>onny</a:t>
            </a:r>
            <a:r>
              <a:rPr lang="ja-JP" altLang="en-US" sz="1800" dirty="0">
                <a:latin typeface="MS PGothic"/>
                <a:cs typeface="MS PGothic"/>
              </a:rPr>
              <a:t>に結果の表示がされます。</a:t>
            </a:r>
            <a:endParaRPr lang="en-US" altLang="ja-JP" sz="1800" dirty="0">
              <a:latin typeface="MS PGothic"/>
              <a:cs typeface="MS PGothic"/>
            </a:endParaRPr>
          </a:p>
          <a:p>
            <a:pPr marL="469900">
              <a:lnSpc>
                <a:spcPts val="2080"/>
              </a:lnSpc>
            </a:pPr>
            <a:r>
              <a:rPr lang="en-US" altLang="ja-JP" dirty="0"/>
              <a:t>OK : BME280</a:t>
            </a:r>
            <a:r>
              <a:rPr lang="ja-JP" altLang="en-US" dirty="0"/>
              <a:t>センサー検出</a:t>
            </a:r>
            <a:br>
              <a:rPr lang="en-US" altLang="ja-JP" dirty="0"/>
            </a:br>
            <a:r>
              <a:rPr lang="ja-JP" altLang="en-US" dirty="0"/>
              <a:t>アドレス </a:t>
            </a:r>
            <a:r>
              <a:rPr lang="en-US" altLang="ja-JP" dirty="0"/>
              <a:t>= 0xC0</a:t>
            </a:r>
            <a:endParaRPr lang="en-US" spc="-15" dirty="0">
              <a:latin typeface="MS PGothic"/>
              <a:cs typeface="MS PGothic"/>
            </a:endParaRPr>
          </a:p>
          <a:p>
            <a:pPr marL="469900">
              <a:lnSpc>
                <a:spcPts val="2080"/>
              </a:lnSpc>
            </a:pPr>
            <a:endParaRPr sz="1800" dirty="0">
              <a:latin typeface="MS PGothic"/>
              <a:cs typeface="MS PGothic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570CA36F-38DF-CF3F-30F2-E0502570C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4924425"/>
            <a:ext cx="2514600" cy="10194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8048903A-B6AB-1500-C2F1-8F3B514FEE86}"/>
              </a:ext>
            </a:extLst>
          </p:cNvPr>
          <p:cNvSpPr txBox="1"/>
          <p:nvPr/>
        </p:nvSpPr>
        <p:spPr>
          <a:xfrm>
            <a:off x="995315" y="352425"/>
            <a:ext cx="45120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ja-JP" sz="2400" dirty="0"/>
              <a:t>OLED</a:t>
            </a:r>
            <a:r>
              <a:rPr lang="ja-JP" altLang="en-US" sz="2400" dirty="0"/>
              <a:t>画面の解説</a:t>
            </a:r>
            <a:endParaRPr sz="2400" dirty="0">
              <a:latin typeface="MS PGothic"/>
              <a:cs typeface="MS PGothic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D35710A9-3042-A39D-DD6A-9BEA4800FBD8}"/>
              </a:ext>
            </a:extLst>
          </p:cNvPr>
          <p:cNvSpPr txBox="1"/>
          <p:nvPr/>
        </p:nvSpPr>
        <p:spPr>
          <a:xfrm>
            <a:off x="1191260" y="1359154"/>
            <a:ext cx="8450580" cy="2192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ja-JP" altLang="en-US" sz="2000" dirty="0">
                <a:latin typeface="MS PGothic"/>
                <a:cs typeface="MS PGothic"/>
              </a:rPr>
              <a:t>概略説明</a:t>
            </a:r>
          </a:p>
          <a:p>
            <a:pPr marL="469900">
              <a:lnSpc>
                <a:spcPts val="2090"/>
              </a:lnSpc>
            </a:pPr>
            <a:r>
              <a:rPr lang="ja-JP" altLang="en-US" dirty="0"/>
              <a:t>　　</a:t>
            </a:r>
            <a:r>
              <a:rPr lang="en-US" altLang="ja-JP" dirty="0"/>
              <a:t>0.96</a:t>
            </a:r>
            <a:r>
              <a:rPr lang="ja-JP" altLang="en-US" dirty="0"/>
              <a:t>インチ</a:t>
            </a:r>
            <a:r>
              <a:rPr lang="en-US" altLang="ja-JP" dirty="0"/>
              <a:t>OLED</a:t>
            </a:r>
            <a:r>
              <a:rPr lang="ja-JP" altLang="en-US" dirty="0"/>
              <a:t>は</a:t>
            </a:r>
            <a:r>
              <a:rPr lang="en-US" altLang="ja-JP" dirty="0"/>
              <a:t>128 × 64 </a:t>
            </a:r>
            <a:r>
              <a:rPr lang="ja-JP" altLang="en-US" dirty="0"/>
              <a:t>ピクセル</a:t>
            </a:r>
            <a:endParaRPr lang="en-US" altLang="ja-JP" dirty="0"/>
          </a:p>
          <a:p>
            <a:pPr marL="469900">
              <a:lnSpc>
                <a:spcPts val="2090"/>
              </a:lnSpc>
            </a:pPr>
            <a:r>
              <a:rPr lang="ja-JP" altLang="en-US" dirty="0"/>
              <a:t>〇　座標の考え方</a:t>
            </a:r>
            <a:endParaRPr lang="en-US" altLang="ja-JP" dirty="0"/>
          </a:p>
          <a:p>
            <a:pPr marL="469900">
              <a:lnSpc>
                <a:spcPts val="2090"/>
              </a:lnSpc>
            </a:pPr>
            <a:r>
              <a:rPr lang="ja-JP" altLang="en-US" sz="1800" dirty="0">
                <a:latin typeface="MS PGothic"/>
                <a:cs typeface="MS PGothic"/>
              </a:rPr>
              <a:t>　　</a:t>
            </a:r>
            <a:r>
              <a:rPr lang="en-US" altLang="ja-JP" sz="1800" dirty="0">
                <a:latin typeface="MS PGothic"/>
                <a:cs typeface="MS PGothic"/>
              </a:rPr>
              <a:t>(0,0)</a:t>
            </a:r>
            <a:r>
              <a:rPr lang="ja-JP" altLang="en-US" sz="1800" dirty="0">
                <a:latin typeface="MS PGothic"/>
                <a:cs typeface="MS PGothic"/>
              </a:rPr>
              <a:t>原点　画面の左上</a:t>
            </a:r>
            <a:endParaRPr lang="en-US" altLang="ja-JP" sz="1800" dirty="0">
              <a:latin typeface="MS PGothic"/>
              <a:cs typeface="MS PGothic"/>
            </a:endParaRPr>
          </a:p>
          <a:p>
            <a:pPr marL="469900">
              <a:lnSpc>
                <a:spcPts val="2090"/>
              </a:lnSpc>
            </a:pPr>
            <a:r>
              <a:rPr lang="ja-JP" altLang="en-US" sz="1800" dirty="0">
                <a:latin typeface="MS PGothic"/>
                <a:cs typeface="MS PGothic"/>
              </a:rPr>
              <a:t>　　</a:t>
            </a:r>
            <a:r>
              <a:rPr lang="en-US" altLang="ja-JP" sz="1800" dirty="0">
                <a:latin typeface="MS PGothic"/>
                <a:cs typeface="MS PGothic"/>
              </a:rPr>
              <a:t>X</a:t>
            </a:r>
            <a:r>
              <a:rPr lang="ja-JP" altLang="en-US" sz="1800" dirty="0">
                <a:latin typeface="MS PGothic"/>
                <a:cs typeface="MS PGothic"/>
              </a:rPr>
              <a:t>　→横方向</a:t>
            </a:r>
            <a:endParaRPr lang="en-US" altLang="ja-JP" sz="1800" dirty="0">
              <a:latin typeface="MS PGothic"/>
              <a:cs typeface="MS PGothic"/>
            </a:endParaRPr>
          </a:p>
          <a:p>
            <a:pPr marL="469900">
              <a:lnSpc>
                <a:spcPts val="2090"/>
              </a:lnSpc>
            </a:pPr>
            <a:r>
              <a:rPr lang="ja-JP" altLang="en-US" dirty="0">
                <a:latin typeface="MS PGothic"/>
                <a:cs typeface="MS PGothic"/>
              </a:rPr>
              <a:t>　　</a:t>
            </a:r>
            <a:r>
              <a:rPr lang="en-US" altLang="ja-JP" dirty="0">
                <a:latin typeface="MS PGothic"/>
                <a:cs typeface="MS PGothic"/>
              </a:rPr>
              <a:t>Y</a:t>
            </a:r>
            <a:r>
              <a:rPr lang="ja-JP" altLang="en-US" dirty="0">
                <a:latin typeface="MS PGothic"/>
                <a:cs typeface="MS PGothic"/>
              </a:rPr>
              <a:t>　↓縦方向</a:t>
            </a:r>
            <a:endParaRPr lang="en-US" altLang="ja-JP" dirty="0">
              <a:latin typeface="MS PGothic"/>
              <a:cs typeface="MS PGothic"/>
            </a:endParaRPr>
          </a:p>
          <a:p>
            <a:pPr marL="469900">
              <a:lnSpc>
                <a:spcPts val="2090"/>
              </a:lnSpc>
            </a:pPr>
            <a:r>
              <a:rPr lang="ja-JP" altLang="en-US" sz="1800" dirty="0">
                <a:latin typeface="MS PGothic"/>
                <a:cs typeface="MS PGothic"/>
              </a:rPr>
              <a:t>イメージ</a:t>
            </a:r>
            <a:endParaRPr lang="en-US" altLang="ja-JP" sz="1800" dirty="0">
              <a:latin typeface="MS PGothic"/>
              <a:cs typeface="MS PGothic"/>
            </a:endParaRPr>
          </a:p>
          <a:p>
            <a:pPr marL="469900">
              <a:lnSpc>
                <a:spcPts val="2090"/>
              </a:lnSpc>
            </a:pPr>
            <a:endParaRPr lang="ja-JP" altLang="en-US" sz="1800" dirty="0">
              <a:latin typeface="MS PGothic"/>
              <a:cs typeface="MS PGothic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A45DF71-1EDE-1C93-3DD9-83B56CAA7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0" y="3796393"/>
            <a:ext cx="2057687" cy="221963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C883FFE-D2DF-1E88-8A4E-A8447F5F90FE}"/>
              </a:ext>
            </a:extLst>
          </p:cNvPr>
          <p:cNvSpPr txBox="1"/>
          <p:nvPr/>
        </p:nvSpPr>
        <p:spPr>
          <a:xfrm>
            <a:off x="1191260" y="3552062"/>
            <a:ext cx="802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(0,0)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069739B-CA38-C13D-95C1-01E2D558C0BA}"/>
              </a:ext>
            </a:extLst>
          </p:cNvPr>
          <p:cNvSpPr txBox="1"/>
          <p:nvPr/>
        </p:nvSpPr>
        <p:spPr>
          <a:xfrm>
            <a:off x="4594352" y="3523487"/>
            <a:ext cx="1285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(127,0)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2AC203E-2E1E-0A53-4D5C-F42E290DD8D8}"/>
              </a:ext>
            </a:extLst>
          </p:cNvPr>
          <p:cNvSpPr txBox="1"/>
          <p:nvPr/>
        </p:nvSpPr>
        <p:spPr>
          <a:xfrm>
            <a:off x="4594352" y="5831362"/>
            <a:ext cx="1285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(127,63)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F8B634B-90A4-C3C9-16C4-A044CD108550}"/>
              </a:ext>
            </a:extLst>
          </p:cNvPr>
          <p:cNvSpPr txBox="1"/>
          <p:nvPr/>
        </p:nvSpPr>
        <p:spPr>
          <a:xfrm>
            <a:off x="1203960" y="5831362"/>
            <a:ext cx="802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(0,63)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42692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5E957-9C65-2025-0F57-88FEA0BB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BD055F97-6DBE-39E1-A581-DB895E103461}"/>
              </a:ext>
            </a:extLst>
          </p:cNvPr>
          <p:cNvSpPr txBox="1"/>
          <p:nvPr/>
        </p:nvSpPr>
        <p:spPr>
          <a:xfrm>
            <a:off x="1050761" y="203679"/>
            <a:ext cx="451205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ja-JP" sz="2800" dirty="0">
                <a:latin typeface="MS PGothic"/>
                <a:cs typeface="MS PGothic"/>
              </a:rPr>
              <a:t>OLED</a:t>
            </a:r>
            <a:r>
              <a:rPr lang="ja-JP" altLang="en-US" sz="2800" dirty="0">
                <a:latin typeface="MS PGothic"/>
                <a:cs typeface="MS PGothic"/>
              </a:rPr>
              <a:t>表示</a:t>
            </a:r>
            <a:endParaRPr sz="2800" dirty="0">
              <a:latin typeface="MS PGothic"/>
              <a:cs typeface="MS PGothic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CE2CAE9F-86DB-A848-586D-8426434DEE36}"/>
              </a:ext>
            </a:extLst>
          </p:cNvPr>
          <p:cNvSpPr txBox="1"/>
          <p:nvPr/>
        </p:nvSpPr>
        <p:spPr>
          <a:xfrm>
            <a:off x="1308100" y="3041732"/>
            <a:ext cx="845058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en-US" altLang="ja-JP" sz="2400" dirty="0">
                <a:latin typeface="MS PGothic"/>
                <a:cs typeface="MS PGothic"/>
              </a:rPr>
              <a:t>Thonny</a:t>
            </a:r>
            <a:r>
              <a:rPr lang="ja-JP" altLang="en-US" sz="2400" dirty="0">
                <a:latin typeface="MS PGothic"/>
                <a:cs typeface="MS PGothic"/>
              </a:rPr>
              <a:t>でソフト実行</a:t>
            </a:r>
          </a:p>
          <a:p>
            <a:pPr marL="469900"/>
            <a:r>
              <a:rPr lang="ja-JP" altLang="en-US" sz="2400" dirty="0"/>
              <a:t>下図のように</a:t>
            </a:r>
            <a:r>
              <a:rPr lang="en-US" altLang="ja-JP" sz="2400" dirty="0"/>
              <a:t>code.py</a:t>
            </a:r>
            <a:r>
              <a:rPr lang="ja-JP" altLang="en-US" sz="2400" dirty="0"/>
              <a:t>を実行します。</a:t>
            </a:r>
            <a:r>
              <a:rPr lang="ja-JP" altLang="en-US" dirty="0"/>
              <a:t>。</a:t>
            </a:r>
            <a:endParaRPr lang="ja-JP" altLang="en-US" sz="1800" dirty="0">
              <a:latin typeface="MS PGothic"/>
              <a:cs typeface="MS PGothic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89DF7504-2A66-58C9-5EAA-81B7E9174FA9}"/>
              </a:ext>
            </a:extLst>
          </p:cNvPr>
          <p:cNvSpPr txBox="1"/>
          <p:nvPr/>
        </p:nvSpPr>
        <p:spPr>
          <a:xfrm>
            <a:off x="1308100" y="3818164"/>
            <a:ext cx="845058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ja-JP" altLang="en-US" sz="2400" dirty="0">
                <a:latin typeface="MS PGothic"/>
                <a:cs typeface="MS PGothic"/>
              </a:rPr>
              <a:t>実行結果</a:t>
            </a:r>
          </a:p>
          <a:p>
            <a:pPr marL="469900"/>
            <a:r>
              <a:rPr lang="ja-JP" altLang="en-US" sz="2400" dirty="0"/>
              <a:t>下図のように温度、気圧、湿度が表示します</a:t>
            </a:r>
            <a:r>
              <a:rPr lang="ja-JP" altLang="en-US" dirty="0"/>
              <a:t>。</a:t>
            </a:r>
            <a:endParaRPr lang="ja-JP" altLang="en-US" sz="1800" dirty="0">
              <a:latin typeface="MS PGothic"/>
              <a:cs typeface="MS PGothic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47B3FD0-7485-748A-13A9-80D9829DE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0" y="4695825"/>
            <a:ext cx="2057687" cy="2219635"/>
          </a:xfrm>
          <a:prstGeom prst="rect">
            <a:avLst/>
          </a:prstGeom>
        </p:spPr>
      </p:pic>
      <p:sp>
        <p:nvSpPr>
          <p:cNvPr id="2" name="テキスト ボックス 7">
            <a:extLst>
              <a:ext uri="{FF2B5EF4-FFF2-40B4-BE49-F238E27FC236}">
                <a16:creationId xmlns:a16="http://schemas.microsoft.com/office/drawing/2014/main" id="{00000000-0008-0000-0100-000008000000}"/>
              </a:ext>
            </a:extLst>
          </p:cNvPr>
          <p:cNvSpPr txBox="1"/>
          <p:nvPr/>
        </p:nvSpPr>
        <p:spPr>
          <a:xfrm>
            <a:off x="2508234" y="5305425"/>
            <a:ext cx="1486218" cy="685800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100" dirty="0"/>
              <a:t>BMP280 start</a:t>
            </a:r>
          </a:p>
          <a:p>
            <a:r>
              <a:rPr kumimoji="1" lang="en-US" altLang="ja-JP" sz="1100" dirty="0"/>
              <a:t>Temp: 23.41 C</a:t>
            </a:r>
          </a:p>
          <a:p>
            <a:r>
              <a:rPr kumimoji="1" lang="en-US" altLang="ja-JP" sz="1100" dirty="0"/>
              <a:t>Pressure: 1009.82 </a:t>
            </a:r>
            <a:r>
              <a:rPr kumimoji="1" lang="en-US" altLang="ja-JP" sz="1100" dirty="0" err="1"/>
              <a:t>hPa</a:t>
            </a:r>
            <a:endParaRPr kumimoji="1" lang="en-US" altLang="ja-JP" sz="1100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CD96D99-CADF-6BAB-3249-39FE67A41B4B}"/>
              </a:ext>
            </a:extLst>
          </p:cNvPr>
          <p:cNvSpPr txBox="1"/>
          <p:nvPr/>
        </p:nvSpPr>
        <p:spPr>
          <a:xfrm>
            <a:off x="1265767" y="1435028"/>
            <a:ext cx="8839200" cy="1464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indent="-351155">
              <a:lnSpc>
                <a:spcPts val="2580"/>
              </a:lnSpc>
              <a:buClr>
                <a:srgbClr val="375F92"/>
              </a:buClr>
              <a:buSzPct val="135000"/>
              <a:buFont typeface="Wingdings"/>
              <a:buChar char=""/>
              <a:tabLst>
                <a:tab pos="362585" algn="l"/>
              </a:tabLst>
            </a:pPr>
            <a:r>
              <a:rPr lang="en-US" altLang="ja-JP" sz="2800" dirty="0"/>
              <a:t>MODE = "scan" </a:t>
            </a:r>
          </a:p>
          <a:p>
            <a:pPr marL="11430">
              <a:buClr>
                <a:srgbClr val="375F92"/>
              </a:buClr>
              <a:buSzPct val="135000"/>
              <a:tabLst>
                <a:tab pos="362585" algn="l"/>
              </a:tabLst>
            </a:pPr>
            <a:r>
              <a:rPr lang="ja-JP" altLang="en-US" sz="2800" spc="-15" dirty="0">
                <a:latin typeface="MS PGothic"/>
                <a:cs typeface="MS PGothic"/>
              </a:rPr>
              <a:t>　　</a:t>
            </a:r>
            <a:r>
              <a:rPr sz="2800" spc="-15" dirty="0">
                <a:latin typeface="MS PGothic"/>
                <a:cs typeface="MS PGothic"/>
              </a:rPr>
              <a:t>「</a:t>
            </a:r>
            <a:r>
              <a:rPr sz="2800" spc="-15" dirty="0" err="1">
                <a:latin typeface="MS PGothic"/>
                <a:cs typeface="MS PGothic"/>
              </a:rPr>
              <a:t>コード資料.</a:t>
            </a:r>
            <a:r>
              <a:rPr sz="2800" spc="-10" dirty="0" err="1">
                <a:latin typeface="MS PGothic"/>
                <a:cs typeface="MS PGothic"/>
              </a:rPr>
              <a:t>zip</a:t>
            </a:r>
            <a:r>
              <a:rPr sz="2800" spc="-5" dirty="0" err="1">
                <a:latin typeface="MS PGothic"/>
                <a:cs typeface="MS PGothic"/>
              </a:rPr>
              <a:t>」を</a:t>
            </a:r>
            <a:r>
              <a:rPr sz="2800" spc="-10" dirty="0" err="1">
                <a:latin typeface="MS PGothic"/>
                <a:cs typeface="MS PGothic"/>
              </a:rPr>
              <a:t>ZIP</a:t>
            </a:r>
            <a:r>
              <a:rPr sz="2800" spc="-25" dirty="0" err="1">
                <a:latin typeface="MS PGothic"/>
                <a:cs typeface="MS PGothic"/>
              </a:rPr>
              <a:t>展開</a:t>
            </a:r>
            <a:r>
              <a:rPr lang="ja-JP" altLang="en-US" sz="2800" spc="-25" dirty="0">
                <a:latin typeface="MS PGothic"/>
                <a:cs typeface="MS PGothic"/>
              </a:rPr>
              <a:t>した</a:t>
            </a:r>
            <a:r>
              <a:rPr lang="en-US" altLang="ja-JP" sz="2800" spc="-25" dirty="0">
                <a:latin typeface="MS PGothic"/>
                <a:cs typeface="MS PGothic"/>
              </a:rPr>
              <a:t>code.py</a:t>
            </a:r>
            <a:r>
              <a:rPr lang="ja-JP" altLang="en-US" sz="2800" spc="-25" dirty="0">
                <a:latin typeface="MS PGothic"/>
                <a:cs typeface="MS PGothic"/>
              </a:rPr>
              <a:t>の</a:t>
            </a:r>
            <a:r>
              <a:rPr lang="en-US" altLang="ja-JP" sz="2800" spc="-25" dirty="0">
                <a:latin typeface="MS PGothic"/>
                <a:cs typeface="MS PGothic"/>
              </a:rPr>
              <a:t>15</a:t>
            </a:r>
            <a:r>
              <a:rPr lang="ja-JP" altLang="en-US" sz="2800" spc="-25" dirty="0">
                <a:latin typeface="MS PGothic"/>
                <a:cs typeface="MS PGothic"/>
              </a:rPr>
              <a:t>行目を</a:t>
            </a:r>
            <a:r>
              <a:rPr lang="en-US" altLang="ja-JP" sz="2800" dirty="0"/>
              <a:t>MODE = "</a:t>
            </a:r>
            <a:r>
              <a:rPr lang="en-US" altLang="ja-JP" sz="2800" dirty="0" err="1"/>
              <a:t>oled</a:t>
            </a:r>
            <a:r>
              <a:rPr lang="en-US" altLang="ja-JP" sz="2800" dirty="0"/>
              <a:t>"</a:t>
            </a:r>
          </a:p>
          <a:p>
            <a:pPr marL="469900">
              <a:lnSpc>
                <a:spcPts val="2080"/>
              </a:lnSpc>
            </a:pPr>
            <a:r>
              <a:rPr lang="ja-JP" altLang="en-US" sz="2800" spc="-25" dirty="0">
                <a:latin typeface="MS PGothic"/>
                <a:cs typeface="MS PGothic"/>
              </a:rPr>
              <a:t>にします。</a:t>
            </a:r>
            <a:endParaRPr sz="2800" dirty="0">
              <a:latin typeface="MS PGothic"/>
              <a:cs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3722417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2000" y="336550"/>
            <a:ext cx="6404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「Raspberry</a:t>
            </a:r>
            <a:r>
              <a:rPr sz="2800" spc="-60" dirty="0"/>
              <a:t> </a:t>
            </a:r>
            <a:r>
              <a:rPr sz="2800" dirty="0"/>
              <a:t>Pi Pico</a:t>
            </a:r>
            <a:r>
              <a:rPr sz="2800" spc="-10" dirty="0"/>
              <a:t> </a:t>
            </a:r>
            <a:r>
              <a:rPr sz="2800" dirty="0"/>
              <a:t>W</a:t>
            </a:r>
            <a:r>
              <a:rPr sz="2800" spc="-30" dirty="0"/>
              <a:t>」ハンズオンのまとめ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88072" y="1645920"/>
            <a:ext cx="6620828" cy="2599173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725"/>
              </a:spcBef>
              <a:buClr>
                <a:srgbClr val="375F92"/>
              </a:buClr>
              <a:buSzPct val="80000"/>
              <a:buFont typeface="Wingdings"/>
              <a:buChar char=""/>
              <a:tabLst>
                <a:tab pos="342900" algn="l"/>
              </a:tabLst>
            </a:pPr>
            <a:r>
              <a:rPr dirty="0"/>
              <a:t>「</a:t>
            </a:r>
            <a:r>
              <a:rPr lang="en-US" altLang="ja-JP" dirty="0"/>
              <a:t>OLED</a:t>
            </a:r>
            <a:r>
              <a:rPr lang="ja-JP" altLang="en-US" dirty="0"/>
              <a:t>基板」をブレッドボードに配線</a:t>
            </a:r>
            <a:endParaRPr spc="-15" dirty="0"/>
          </a:p>
          <a:p>
            <a:pPr marL="482600">
              <a:lnSpc>
                <a:spcPct val="100000"/>
              </a:lnSpc>
              <a:spcBef>
                <a:spcPts val="500"/>
              </a:spcBef>
            </a:pPr>
            <a:r>
              <a:rPr lang="ja-JP" altLang="en-US" sz="1600" dirty="0"/>
              <a:t>ブレッドボードに</a:t>
            </a:r>
            <a:r>
              <a:rPr lang="en-US" sz="1600" spc="-10" dirty="0"/>
              <a:t>「OLED</a:t>
            </a:r>
            <a:r>
              <a:rPr lang="ja-JP" altLang="en-US" sz="1600" spc="-10" dirty="0"/>
              <a:t>基板」を設置</a:t>
            </a:r>
            <a:endParaRPr lang="ja-JP" altLang="en-US" sz="1600" dirty="0"/>
          </a:p>
          <a:p>
            <a:pPr marL="482600" marR="1760855">
              <a:lnSpc>
                <a:spcPct val="126000"/>
              </a:lnSpc>
            </a:pPr>
            <a:r>
              <a:rPr lang="ja-JP" altLang="en-US" sz="1600" spc="-10" dirty="0"/>
              <a:t>ジャンプワイヤーで</a:t>
            </a:r>
            <a:r>
              <a:rPr lang="en-US" altLang="ja-JP" sz="1600" spc="-10" dirty="0"/>
              <a:t>PICO</a:t>
            </a:r>
            <a:r>
              <a:rPr lang="ja-JP" altLang="en-US" sz="1600" spc="-10" dirty="0"/>
              <a:t>と接続する。</a:t>
            </a:r>
            <a:endParaRPr lang="en-US" altLang="ja-JP" sz="1600" spc="-10" dirty="0"/>
          </a:p>
          <a:p>
            <a:pPr marL="482600" marR="1760855">
              <a:lnSpc>
                <a:spcPct val="126000"/>
              </a:lnSpc>
            </a:pPr>
            <a:r>
              <a:rPr lang="ja-JP" altLang="en-US" sz="1600" spc="-35" dirty="0"/>
              <a:t>電源ショートの確認（重要）</a:t>
            </a:r>
            <a:endParaRPr lang="ja-JP" altLang="en-US" sz="1600" dirty="0"/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Clr>
                <a:srgbClr val="375F92"/>
              </a:buClr>
              <a:buSzPct val="88888"/>
              <a:buFont typeface="Wingdings"/>
              <a:buChar char=""/>
              <a:tabLst>
                <a:tab pos="342900" algn="l"/>
              </a:tabLst>
            </a:pPr>
            <a:r>
              <a:rPr lang="ja-JP" altLang="en-US" sz="1800" dirty="0"/>
              <a:t>「</a:t>
            </a:r>
            <a:r>
              <a:rPr lang="en-US" altLang="ja-JP" sz="1800" dirty="0"/>
              <a:t>OLED</a:t>
            </a:r>
            <a:r>
              <a:rPr lang="ja-JP" altLang="en-US" sz="1800" dirty="0"/>
              <a:t>基板」に</a:t>
            </a:r>
            <a:r>
              <a:rPr lang="ja-JP" altLang="en-US" sz="1800" spc="-20" dirty="0"/>
              <a:t>温度、気圧、湿度を表示</a:t>
            </a:r>
            <a:endParaRPr lang="ja-JP" altLang="en-US" sz="1800" dirty="0"/>
          </a:p>
          <a:p>
            <a:pPr marL="482600" marR="250825">
              <a:lnSpc>
                <a:spcPct val="126000"/>
              </a:lnSpc>
            </a:pPr>
            <a:r>
              <a:rPr lang="en-US" altLang="ja-JP" sz="1600" spc="-20" dirty="0"/>
              <a:t>Thonny</a:t>
            </a:r>
            <a:r>
              <a:rPr lang="ja-JP" altLang="en-US" sz="1600" spc="-20" dirty="0"/>
              <a:t>に表示ソフトと</a:t>
            </a:r>
            <a:r>
              <a:rPr lang="en-US" altLang="ja-JP" sz="1600" dirty="0"/>
              <a:t>OLED</a:t>
            </a:r>
            <a:r>
              <a:rPr lang="ja-JP" altLang="en-US" sz="1600" spc="-20" dirty="0"/>
              <a:t>ライブラリをインストール</a:t>
            </a:r>
            <a:endParaRPr lang="en-US" altLang="ja-JP" sz="1600" spc="-20" dirty="0"/>
          </a:p>
          <a:p>
            <a:pPr marL="482600" marR="250825">
              <a:lnSpc>
                <a:spcPct val="126000"/>
              </a:lnSpc>
            </a:pPr>
            <a:r>
              <a:rPr lang="ja-JP" altLang="en-US" sz="1600" spc="-20" dirty="0"/>
              <a:t>表示ソフトと</a:t>
            </a:r>
            <a:r>
              <a:rPr lang="en-US" altLang="ja-JP" sz="1600" dirty="0"/>
              <a:t>OLED</a:t>
            </a:r>
            <a:r>
              <a:rPr lang="ja-JP" altLang="en-US" sz="1600" spc="-20" dirty="0"/>
              <a:t>ライブラリを</a:t>
            </a:r>
            <a:r>
              <a:rPr sz="1600" dirty="0"/>
              <a:t>Raspberry</a:t>
            </a:r>
            <a:r>
              <a:rPr sz="1600" spc="35" dirty="0"/>
              <a:t> </a:t>
            </a:r>
            <a:r>
              <a:rPr sz="1600" dirty="0"/>
              <a:t>Pi</a:t>
            </a:r>
            <a:r>
              <a:rPr sz="1600" spc="-10" dirty="0"/>
              <a:t> </a:t>
            </a:r>
            <a:r>
              <a:rPr sz="1600" dirty="0"/>
              <a:t>Pico</a:t>
            </a:r>
            <a:r>
              <a:rPr sz="1600" spc="10" dirty="0"/>
              <a:t> </a:t>
            </a:r>
            <a:r>
              <a:rPr sz="1600" dirty="0" err="1"/>
              <a:t>W</a:t>
            </a:r>
            <a:r>
              <a:rPr sz="1600" spc="-40" dirty="0" err="1"/>
              <a:t>に書込む</a:t>
            </a:r>
            <a:r>
              <a:rPr sz="1600" spc="-50" dirty="0"/>
              <a:t> </a:t>
            </a:r>
            <a:endParaRPr lang="en-US" sz="1600" spc="-50" dirty="0"/>
          </a:p>
          <a:p>
            <a:pPr marL="482600" marR="250825">
              <a:lnSpc>
                <a:spcPct val="126000"/>
              </a:lnSpc>
            </a:pPr>
            <a:r>
              <a:rPr lang="ja-JP" altLang="en-US" sz="1600" spc="-20"/>
              <a:t>表示ソフト</a:t>
            </a:r>
            <a:r>
              <a:rPr sz="1600" spc="-15" dirty="0" err="1"/>
              <a:t>の実行</a:t>
            </a:r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68220" y="3112770"/>
            <a:ext cx="73018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55" dirty="0">
                <a:latin typeface="MS PGothic"/>
                <a:cs typeface="MS PGothic"/>
              </a:rPr>
              <a:t>ご静聴ありがとうございました。</a:t>
            </a:r>
            <a:endParaRPr sz="4400">
              <a:latin typeface="MS PGothic"/>
              <a:cs typeface="MS P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551</TotalTime>
  <Words>466</Words>
  <Application>Microsoft Office PowerPoint</Application>
  <PresentationFormat>ユーザー設定</PresentationFormat>
  <Paragraphs>91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MS PGothic</vt:lpstr>
      <vt:lpstr>Yu Gothic</vt:lpstr>
      <vt:lpstr>Calibri</vt:lpstr>
      <vt:lpstr>Wingdings</vt:lpstr>
      <vt:lpstr>Office Theme</vt:lpstr>
      <vt:lpstr>PowerPoint プレゼンテーション</vt:lpstr>
      <vt:lpstr>PowerPoint プレゼンテーション</vt:lpstr>
      <vt:lpstr>PowerPoint プレゼンテーション</vt:lpstr>
      <vt:lpstr>配線作業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「Raspberry Pi Pico W」ハンズオンのまとめ</vt:lpstr>
      <vt:lpstr>ご静聴ありがとうございました。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RaspberryPicoを使ってIoTを体感しよう。</dc:title>
  <dc:creator>宮本賢</dc:creator>
  <cp:lastModifiedBy>賢 宮本</cp:lastModifiedBy>
  <cp:revision>2</cp:revision>
  <dcterms:created xsi:type="dcterms:W3CDTF">2026-03-06T01:40:23Z</dcterms:created>
  <dcterms:modified xsi:type="dcterms:W3CDTF">2026-04-09T12:01:44Z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2026-03-06T00:00:00Z</vt:filetime>
  </property>
  <property fmtid="{D5CDD505-2E9C-101B-9397-08002B2CF9AE}" pid="5" name="Producer">
    <vt:lpwstr>Microsoft® PowerPoint® for Microsoft 365</vt:lpwstr>
  </property>
</Properties>
</file>