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85" r:id="rId4"/>
    <p:sldId id="286" r:id="rId5"/>
    <p:sldId id="287" r:id="rId6"/>
    <p:sldId id="279" r:id="rId7"/>
    <p:sldId id="280" r:id="rId8"/>
    <p:sldId id="269" r:id="rId9"/>
    <p:sldId id="282" r:id="rId10"/>
    <p:sldId id="288" r:id="rId11"/>
    <p:sldId id="276" r:id="rId12"/>
    <p:sldId id="278" r:id="rId1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8989FF-11A2-4365-B98A-4E765E3F99F1}" v="112" dt="2026-04-14T04:57:30.2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830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賢 宮本" userId="4e484cef2ba5051b" providerId="LiveId" clId="{72CE4236-0583-4672-AA7F-EA39505C199A}"/>
    <pc:docChg chg="undo custSel addSld delSld modSld sldOrd">
      <pc:chgData name="賢 宮本" userId="4e484cef2ba5051b" providerId="LiveId" clId="{72CE4236-0583-4672-AA7F-EA39505C199A}" dt="2026-04-14T04:57:30.280" v="4407"/>
      <pc:docMkLst>
        <pc:docMk/>
      </pc:docMkLst>
      <pc:sldChg chg="addSp delSp modSp mod">
        <pc:chgData name="賢 宮本" userId="4e484cef2ba5051b" providerId="LiveId" clId="{72CE4236-0583-4672-AA7F-EA39505C199A}" dt="2026-03-27T05:02:17.509" v="2870" actId="1076"/>
        <pc:sldMkLst>
          <pc:docMk/>
          <pc:sldMk cId="0" sldId="256"/>
        </pc:sldMkLst>
        <pc:spChg chg="mod">
          <ac:chgData name="賢 宮本" userId="4e484cef2ba5051b" providerId="LiveId" clId="{72CE4236-0583-4672-AA7F-EA39505C199A}" dt="2026-03-27T04:55:22.540" v="2694" actId="1076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賢 宮本" userId="4e484cef2ba5051b" providerId="LiveId" clId="{72CE4236-0583-4672-AA7F-EA39505C199A}" dt="2026-03-27T05:02:17.509" v="2870" actId="1076"/>
          <ac:spMkLst>
            <pc:docMk/>
            <pc:sldMk cId="0" sldId="256"/>
            <ac:spMk id="3" creationId="{7E6C95FF-1C1D-20FB-C79A-BDD982DB7DDB}"/>
          </ac:spMkLst>
        </pc:spChg>
      </pc:sldChg>
      <pc:sldChg chg="addSp delSp modSp mod">
        <pc:chgData name="賢 宮本" userId="4e484cef2ba5051b" providerId="LiveId" clId="{72CE4236-0583-4672-AA7F-EA39505C199A}" dt="2026-04-09T05:56:42.815" v="3935" actId="6549"/>
        <pc:sldMkLst>
          <pc:docMk/>
          <pc:sldMk cId="0" sldId="261"/>
        </pc:sldMkLst>
        <pc:spChg chg="mod">
          <ac:chgData name="賢 宮本" userId="4e484cef2ba5051b" providerId="LiveId" clId="{72CE4236-0583-4672-AA7F-EA39505C199A}" dt="2026-03-27T05:16:03.194" v="3045" actId="20577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賢 宮本" userId="4e484cef2ba5051b" providerId="LiveId" clId="{72CE4236-0583-4672-AA7F-EA39505C199A}" dt="2026-04-09T05:56:42.815" v="3935" actId="6549"/>
          <ac:spMkLst>
            <pc:docMk/>
            <pc:sldMk cId="0" sldId="261"/>
            <ac:spMk id="3" creationId="{FC2B1752-12D3-2DDE-5838-BE5809E8D74A}"/>
          </ac:spMkLst>
        </pc:spChg>
      </pc:sldChg>
      <pc:sldChg chg="addSp delSp modSp mod ord">
        <pc:chgData name="賢 宮本" userId="4e484cef2ba5051b" providerId="LiveId" clId="{72CE4236-0583-4672-AA7F-EA39505C199A}" dt="2026-04-09T06:06:24.411" v="4347" actId="20577"/>
        <pc:sldMkLst>
          <pc:docMk/>
          <pc:sldMk cId="0" sldId="269"/>
        </pc:sldMkLst>
        <pc:spChg chg="mod">
          <ac:chgData name="賢 宮本" userId="4e484cef2ba5051b" providerId="LiveId" clId="{72CE4236-0583-4672-AA7F-EA39505C199A}" dt="2026-04-09T06:06:24.411" v="4347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賢 宮本" userId="4e484cef2ba5051b" providerId="LiveId" clId="{72CE4236-0583-4672-AA7F-EA39505C199A}" dt="2026-03-27T07:00:26.420" v="3782" actId="20577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賢 宮本" userId="4e484cef2ba5051b" providerId="LiveId" clId="{72CE4236-0583-4672-AA7F-EA39505C199A}" dt="2026-03-27T07:00:10.852" v="3777" actId="1076"/>
          <ac:spMkLst>
            <pc:docMk/>
            <pc:sldMk cId="0" sldId="269"/>
            <ac:spMk id="8" creationId="{38761BC9-7D59-D136-ACCE-249F703F8BC6}"/>
          </ac:spMkLst>
        </pc:spChg>
        <pc:spChg chg="add mod">
          <ac:chgData name="賢 宮本" userId="4e484cef2ba5051b" providerId="LiveId" clId="{72CE4236-0583-4672-AA7F-EA39505C199A}" dt="2026-03-20T13:48:07.289" v="2544" actId="1076"/>
          <ac:spMkLst>
            <pc:docMk/>
            <pc:sldMk cId="0" sldId="269"/>
            <ac:spMk id="9" creationId="{604953C9-8C77-3617-FBBA-CCD24F6607B6}"/>
          </ac:spMkLst>
        </pc:spChg>
        <pc:picChg chg="add mod">
          <ac:chgData name="賢 宮本" userId="4e484cef2ba5051b" providerId="LiveId" clId="{72CE4236-0583-4672-AA7F-EA39505C199A}" dt="2026-03-20T13:50:34.966" v="2586" actId="1076"/>
          <ac:picMkLst>
            <pc:docMk/>
            <pc:sldMk cId="0" sldId="269"/>
            <ac:picMk id="5" creationId="{6B961D0E-E1EA-30F3-F798-7074CBEBC183}"/>
          </ac:picMkLst>
        </pc:picChg>
      </pc:sldChg>
      <pc:sldChg chg="modSp mod">
        <pc:chgData name="賢 宮本" userId="4e484cef2ba5051b" providerId="LiveId" clId="{72CE4236-0583-4672-AA7F-EA39505C199A}" dt="2026-03-27T07:14:00.727" v="3932" actId="1076"/>
        <pc:sldMkLst>
          <pc:docMk/>
          <pc:sldMk cId="0" sldId="276"/>
        </pc:sldMkLst>
        <pc:spChg chg="mod">
          <ac:chgData name="賢 宮本" userId="4e484cef2ba5051b" providerId="LiveId" clId="{72CE4236-0583-4672-AA7F-EA39505C199A}" dt="2026-03-27T07:14:00.727" v="3932" actId="1076"/>
          <ac:spMkLst>
            <pc:docMk/>
            <pc:sldMk cId="0" sldId="276"/>
            <ac:spMk id="3" creationId="{00000000-0000-0000-0000-000000000000}"/>
          </ac:spMkLst>
        </pc:spChg>
      </pc:sldChg>
      <pc:sldChg chg="addSp delSp modSp new mod">
        <pc:chgData name="賢 宮本" userId="4e484cef2ba5051b" providerId="LiveId" clId="{72CE4236-0583-4672-AA7F-EA39505C199A}" dt="2026-04-09T05:57:25.376" v="3938" actId="6549"/>
        <pc:sldMkLst>
          <pc:docMk/>
          <pc:sldMk cId="214681220" sldId="279"/>
        </pc:sldMkLst>
        <pc:spChg chg="add mod">
          <ac:chgData name="賢 宮本" userId="4e484cef2ba5051b" providerId="LiveId" clId="{72CE4236-0583-4672-AA7F-EA39505C199A}" dt="2026-03-27T05:20:14.115" v="3106" actId="1076"/>
          <ac:spMkLst>
            <pc:docMk/>
            <pc:sldMk cId="214681220" sldId="279"/>
            <ac:spMk id="7" creationId="{B2DD74D0-7994-0382-A94C-83E51FD6A6A4}"/>
          </ac:spMkLst>
        </pc:spChg>
        <pc:spChg chg="add mod">
          <ac:chgData name="賢 宮本" userId="4e484cef2ba5051b" providerId="LiveId" clId="{72CE4236-0583-4672-AA7F-EA39505C199A}" dt="2026-04-09T05:57:25.376" v="3938" actId="6549"/>
          <ac:spMkLst>
            <pc:docMk/>
            <pc:sldMk cId="214681220" sldId="279"/>
            <ac:spMk id="8" creationId="{A691433D-BBCA-CCBC-7698-2C840479EF34}"/>
          </ac:spMkLst>
        </pc:spChg>
        <pc:spChg chg="add del mod">
          <ac:chgData name="賢 宮本" userId="4e484cef2ba5051b" providerId="LiveId" clId="{72CE4236-0583-4672-AA7F-EA39505C199A}" dt="2026-03-27T05:19:29.371" v="3102" actId="1076"/>
          <ac:spMkLst>
            <pc:docMk/>
            <pc:sldMk cId="214681220" sldId="279"/>
            <ac:spMk id="10" creationId="{A268F064-F46A-1B7F-5043-56C15D1C29FF}"/>
          </ac:spMkLst>
        </pc:spChg>
        <pc:spChg chg="add mod">
          <ac:chgData name="賢 宮本" userId="4e484cef2ba5051b" providerId="LiveId" clId="{72CE4236-0583-4672-AA7F-EA39505C199A}" dt="2026-03-27T05:20:14.115" v="3106" actId="1076"/>
          <ac:spMkLst>
            <pc:docMk/>
            <pc:sldMk cId="214681220" sldId="279"/>
            <ac:spMk id="17" creationId="{658041E8-936E-1D5F-85A0-45F37E620E35}"/>
          </ac:spMkLst>
        </pc:spChg>
        <pc:spChg chg="add mod">
          <ac:chgData name="賢 宮本" userId="4e484cef2ba5051b" providerId="LiveId" clId="{72CE4236-0583-4672-AA7F-EA39505C199A}" dt="2026-03-27T05:20:14.115" v="3106" actId="1076"/>
          <ac:spMkLst>
            <pc:docMk/>
            <pc:sldMk cId="214681220" sldId="279"/>
            <ac:spMk id="18" creationId="{452C4E7E-DAA2-7DF1-8A73-F87459D12333}"/>
          </ac:spMkLst>
        </pc:spChg>
        <pc:graphicFrameChg chg="add mod modGraphic">
          <ac:chgData name="賢 宮本" userId="4e484cef2ba5051b" providerId="LiveId" clId="{72CE4236-0583-4672-AA7F-EA39505C199A}" dt="2026-03-27T05:20:51.883" v="3110" actId="1076"/>
          <ac:graphicFrameMkLst>
            <pc:docMk/>
            <pc:sldMk cId="214681220" sldId="279"/>
            <ac:graphicFrameMk id="11" creationId="{8EF0E913-5A1E-AD04-D98B-AFB5A71CDC3E}"/>
          </ac:graphicFrameMkLst>
        </pc:graphicFrameChg>
        <pc:picChg chg="add mod">
          <ac:chgData name="賢 宮本" userId="4e484cef2ba5051b" providerId="LiveId" clId="{72CE4236-0583-4672-AA7F-EA39505C199A}" dt="2026-03-27T05:20:14.115" v="3106" actId="1076"/>
          <ac:picMkLst>
            <pc:docMk/>
            <pc:sldMk cId="214681220" sldId="279"/>
            <ac:picMk id="2" creationId="{D68A1656-3A1C-4886-871D-817C8604B1F2}"/>
          </ac:picMkLst>
        </pc:picChg>
        <pc:picChg chg="add mod">
          <ac:chgData name="賢 宮本" userId="4e484cef2ba5051b" providerId="LiveId" clId="{72CE4236-0583-4672-AA7F-EA39505C199A}" dt="2026-03-27T05:20:14.115" v="3106" actId="1076"/>
          <ac:picMkLst>
            <pc:docMk/>
            <pc:sldMk cId="214681220" sldId="279"/>
            <ac:picMk id="3" creationId="{AD96A119-E75E-7791-FF03-03CBCACE694A}"/>
          </ac:picMkLst>
        </pc:picChg>
        <pc:picChg chg="add mod">
          <ac:chgData name="賢 宮本" userId="4e484cef2ba5051b" providerId="LiveId" clId="{72CE4236-0583-4672-AA7F-EA39505C199A}" dt="2026-03-27T05:20:14.115" v="3106" actId="1076"/>
          <ac:picMkLst>
            <pc:docMk/>
            <pc:sldMk cId="214681220" sldId="279"/>
            <ac:picMk id="6" creationId="{E124C200-D64D-6A12-382B-4C14627C7E51}"/>
          </ac:picMkLst>
        </pc:picChg>
        <pc:picChg chg="add mod">
          <ac:chgData name="賢 宮本" userId="4e484cef2ba5051b" providerId="LiveId" clId="{72CE4236-0583-4672-AA7F-EA39505C199A}" dt="2026-03-27T05:20:14.115" v="3106" actId="1076"/>
          <ac:picMkLst>
            <pc:docMk/>
            <pc:sldMk cId="214681220" sldId="279"/>
            <ac:picMk id="24" creationId="{F2907AEA-E69B-2DC7-45D4-BFA57F7C016C}"/>
          </ac:picMkLst>
        </pc:picChg>
        <pc:cxnChg chg="add mod">
          <ac:chgData name="賢 宮本" userId="4e484cef2ba5051b" providerId="LiveId" clId="{72CE4236-0583-4672-AA7F-EA39505C199A}" dt="2026-03-27T05:20:14.115" v="3106" actId="1076"/>
          <ac:cxnSpMkLst>
            <pc:docMk/>
            <pc:sldMk cId="214681220" sldId="279"/>
            <ac:cxnSpMk id="13" creationId="{D49EC387-BD74-02D7-E3FB-085C6D527E10}"/>
          </ac:cxnSpMkLst>
        </pc:cxnChg>
        <pc:cxnChg chg="add mod">
          <ac:chgData name="賢 宮本" userId="4e484cef2ba5051b" providerId="LiveId" clId="{72CE4236-0583-4672-AA7F-EA39505C199A}" dt="2026-03-27T05:20:14.115" v="3106" actId="1076"/>
          <ac:cxnSpMkLst>
            <pc:docMk/>
            <pc:sldMk cId="214681220" sldId="279"/>
            <ac:cxnSpMk id="15" creationId="{2A31CAF6-6755-60CC-E11E-602285CE63BA}"/>
          </ac:cxnSpMkLst>
        </pc:cxnChg>
      </pc:sldChg>
      <pc:sldChg chg="addSp delSp modSp new mod ord">
        <pc:chgData name="賢 宮本" userId="4e484cef2ba5051b" providerId="LiveId" clId="{72CE4236-0583-4672-AA7F-EA39505C199A}" dt="2026-04-09T06:05:48.105" v="4338"/>
        <pc:sldMkLst>
          <pc:docMk/>
          <pc:sldMk cId="908401336" sldId="280"/>
        </pc:sldMkLst>
        <pc:spChg chg="add mod">
          <ac:chgData name="賢 宮本" userId="4e484cef2ba5051b" providerId="LiveId" clId="{72CE4236-0583-4672-AA7F-EA39505C199A}" dt="2026-03-27T07:35:14.709" v="3934"/>
          <ac:spMkLst>
            <pc:docMk/>
            <pc:sldMk cId="908401336" sldId="280"/>
            <ac:spMk id="2" creationId="{650FA540-0117-DCEE-ADCA-B8E91E528BC5}"/>
          </ac:spMkLst>
        </pc:spChg>
        <pc:spChg chg="add mod">
          <ac:chgData name="賢 宮本" userId="4e484cef2ba5051b" providerId="LiveId" clId="{72CE4236-0583-4672-AA7F-EA39505C199A}" dt="2026-04-09T06:05:39.405" v="4336" actId="20577"/>
          <ac:spMkLst>
            <pc:docMk/>
            <pc:sldMk cId="908401336" sldId="280"/>
            <ac:spMk id="5" creationId="{410CE6B4-8A97-DC59-6FDA-4D0440E30EAE}"/>
          </ac:spMkLst>
        </pc:spChg>
        <pc:picChg chg="add mod">
          <ac:chgData name="賢 宮本" userId="4e484cef2ba5051b" providerId="LiveId" clId="{72CE4236-0583-4672-AA7F-EA39505C199A}" dt="2026-03-18T05:33:53.951" v="2196" actId="1076"/>
          <ac:picMkLst>
            <pc:docMk/>
            <pc:sldMk cId="908401336" sldId="280"/>
            <ac:picMk id="7" creationId="{C4FC415E-BD86-3539-F4A2-25656DE68507}"/>
          </ac:picMkLst>
        </pc:picChg>
      </pc:sldChg>
      <pc:sldChg chg="addSp delSp modSp add mod">
        <pc:chgData name="賢 宮本" userId="4e484cef2ba5051b" providerId="LiveId" clId="{72CE4236-0583-4672-AA7F-EA39505C199A}" dt="2026-04-09T06:06:40.316" v="4353" actId="20577"/>
        <pc:sldMkLst>
          <pc:docMk/>
          <pc:sldMk cId="3722417845" sldId="282"/>
        </pc:sldMkLst>
        <pc:spChg chg="add mod">
          <ac:chgData name="賢 宮本" userId="4e484cef2ba5051b" providerId="LiveId" clId="{72CE4236-0583-4672-AA7F-EA39505C199A}" dt="2026-03-27T07:03:57.993" v="3869" actId="6549"/>
          <ac:spMkLst>
            <pc:docMk/>
            <pc:sldMk cId="3722417845" sldId="282"/>
            <ac:spMk id="3" creationId="{89DF7504-2A66-58C9-5EAA-81B7E9174FA9}"/>
          </ac:spMkLst>
        </pc:spChg>
        <pc:spChg chg="mod">
          <ac:chgData name="賢 宮本" userId="4e484cef2ba5051b" providerId="LiveId" clId="{72CE4236-0583-4672-AA7F-EA39505C199A}" dt="2026-04-09T06:06:40.316" v="4353" actId="20577"/>
          <ac:spMkLst>
            <pc:docMk/>
            <pc:sldMk cId="3722417845" sldId="282"/>
            <ac:spMk id="5" creationId="{BD055F97-6DBE-39E1-A581-DB895E103461}"/>
          </ac:spMkLst>
        </pc:spChg>
        <pc:spChg chg="add mod">
          <ac:chgData name="賢 宮本" userId="4e484cef2ba5051b" providerId="LiveId" clId="{72CE4236-0583-4672-AA7F-EA39505C199A}" dt="2026-03-27T07:09:26.007" v="3920"/>
          <ac:spMkLst>
            <pc:docMk/>
            <pc:sldMk cId="3722417845" sldId="282"/>
            <ac:spMk id="13" creationId="{3189CC60-F61D-30F2-E4FF-2EE284E4C73B}"/>
          </ac:spMkLst>
        </pc:spChg>
        <pc:picChg chg="add mod">
          <ac:chgData name="賢 宮本" userId="4e484cef2ba5051b" providerId="LiveId" clId="{72CE4236-0583-4672-AA7F-EA39505C199A}" dt="2026-03-27T07:01:43.859" v="3796" actId="1076"/>
          <ac:picMkLst>
            <pc:docMk/>
            <pc:sldMk cId="3722417845" sldId="282"/>
            <ac:picMk id="7" creationId="{B44B7C54-8ADC-7C67-67A6-4D514F574F07}"/>
          </ac:picMkLst>
        </pc:picChg>
        <pc:picChg chg="add mod ord">
          <ac:chgData name="賢 宮本" userId="4e484cef2ba5051b" providerId="LiveId" clId="{72CE4236-0583-4672-AA7F-EA39505C199A}" dt="2026-03-18T06:05:25.993" v="2209" actId="1076"/>
          <ac:picMkLst>
            <pc:docMk/>
            <pc:sldMk cId="3722417845" sldId="282"/>
            <ac:picMk id="12" creationId="{53916D73-1056-9B95-585F-0700EE235F93}"/>
          </ac:picMkLst>
        </pc:picChg>
      </pc:sldChg>
      <pc:sldChg chg="addSp modSp add mod">
        <pc:chgData name="賢 宮本" userId="4e484cef2ba5051b" providerId="LiveId" clId="{72CE4236-0583-4672-AA7F-EA39505C199A}" dt="2026-04-09T05:56:50.071" v="3936" actId="6549"/>
        <pc:sldMkLst>
          <pc:docMk/>
          <pc:sldMk cId="746689658" sldId="285"/>
        </pc:sldMkLst>
        <pc:spChg chg="mod ord">
          <ac:chgData name="賢 宮本" userId="4e484cef2ba5051b" providerId="LiveId" clId="{72CE4236-0583-4672-AA7F-EA39505C199A}" dt="2026-03-27T05:17:09.626" v="3089" actId="6549"/>
          <ac:spMkLst>
            <pc:docMk/>
            <pc:sldMk cId="746689658" sldId="285"/>
            <ac:spMk id="2" creationId="{C4BBCFAD-9056-E2BD-23FD-F45EEE2377FD}"/>
          </ac:spMkLst>
        </pc:spChg>
        <pc:spChg chg="mod">
          <ac:chgData name="賢 宮本" userId="4e484cef2ba5051b" providerId="LiveId" clId="{72CE4236-0583-4672-AA7F-EA39505C199A}" dt="2026-03-27T05:14:14.300" v="2995" actId="1076"/>
          <ac:spMkLst>
            <pc:docMk/>
            <pc:sldMk cId="746689658" sldId="285"/>
            <ac:spMk id="4" creationId="{E5EA8AD6-8B40-6E0C-920B-961070A712F2}"/>
          </ac:spMkLst>
        </pc:spChg>
        <pc:spChg chg="mod">
          <ac:chgData name="賢 宮本" userId="4e484cef2ba5051b" providerId="LiveId" clId="{72CE4236-0583-4672-AA7F-EA39505C199A}" dt="2026-04-09T05:56:50.071" v="3936" actId="6549"/>
          <ac:spMkLst>
            <pc:docMk/>
            <pc:sldMk cId="746689658" sldId="285"/>
            <ac:spMk id="8" creationId="{A159EFBF-2DDA-6A62-953D-28C2B84A8387}"/>
          </ac:spMkLst>
        </pc:spChg>
        <pc:picChg chg="add mod">
          <ac:chgData name="賢 宮本" userId="4e484cef2ba5051b" providerId="LiveId" clId="{72CE4236-0583-4672-AA7F-EA39505C199A}" dt="2026-03-27T05:14:09.630" v="2994" actId="1076"/>
          <ac:picMkLst>
            <pc:docMk/>
            <pc:sldMk cId="746689658" sldId="285"/>
            <ac:picMk id="5" creationId="{ECB6F237-ED7B-ABFC-F9B5-E1A9E10848A5}"/>
          </ac:picMkLst>
        </pc:picChg>
      </pc:sldChg>
      <pc:sldChg chg="addSp delSp modSp add mod ord">
        <pc:chgData name="賢 宮本" userId="4e484cef2ba5051b" providerId="LiveId" clId="{72CE4236-0583-4672-AA7F-EA39505C199A}" dt="2026-04-14T04:35:57.561" v="4402" actId="20577"/>
        <pc:sldMkLst>
          <pc:docMk/>
          <pc:sldMk cId="524863005" sldId="286"/>
        </pc:sldMkLst>
        <pc:spChg chg="add mod">
          <ac:chgData name="賢 宮本" userId="4e484cef2ba5051b" providerId="LiveId" clId="{72CE4236-0583-4672-AA7F-EA39505C199A}" dt="2026-03-27T05:28:44.085" v="3182" actId="1076"/>
          <ac:spMkLst>
            <pc:docMk/>
            <pc:sldMk cId="524863005" sldId="286"/>
            <ac:spMk id="4" creationId="{4330B08C-4721-B5ED-55EA-758C37B795E5}"/>
          </ac:spMkLst>
        </pc:spChg>
        <pc:spChg chg="mod">
          <ac:chgData name="賢 宮本" userId="4e484cef2ba5051b" providerId="LiveId" clId="{72CE4236-0583-4672-AA7F-EA39505C199A}" dt="2026-04-09T05:57:02.242" v="3937" actId="6549"/>
          <ac:spMkLst>
            <pc:docMk/>
            <pc:sldMk cId="524863005" sldId="286"/>
            <ac:spMk id="8" creationId="{E85DF31A-6E50-5F39-CE3A-6C0832A6AC01}"/>
          </ac:spMkLst>
        </pc:spChg>
        <pc:spChg chg="mod">
          <ac:chgData name="賢 宮本" userId="4e484cef2ba5051b" providerId="LiveId" clId="{72CE4236-0583-4672-AA7F-EA39505C199A}" dt="2026-04-14T04:35:57.561" v="4402" actId="20577"/>
          <ac:spMkLst>
            <pc:docMk/>
            <pc:sldMk cId="524863005" sldId="286"/>
            <ac:spMk id="10" creationId="{F597F177-76F6-B733-8424-DE42BC0DF187}"/>
          </ac:spMkLst>
        </pc:spChg>
        <pc:spChg chg="add mod">
          <ac:chgData name="賢 宮本" userId="4e484cef2ba5051b" providerId="LiveId" clId="{72CE4236-0583-4672-AA7F-EA39505C199A}" dt="2026-03-27T05:28:53.528" v="3186" actId="1076"/>
          <ac:spMkLst>
            <pc:docMk/>
            <pc:sldMk cId="524863005" sldId="286"/>
            <ac:spMk id="12" creationId="{0D0FE44E-07B5-5AA4-6881-6FD7BCA3AB85}"/>
          </ac:spMkLst>
        </pc:spChg>
        <pc:picChg chg="add mod">
          <ac:chgData name="賢 宮本" userId="4e484cef2ba5051b" providerId="LiveId" clId="{72CE4236-0583-4672-AA7F-EA39505C199A}" dt="2026-03-27T05:28:45.481" v="3183" actId="1076"/>
          <ac:picMkLst>
            <pc:docMk/>
            <pc:sldMk cId="524863005" sldId="286"/>
            <ac:picMk id="9" creationId="{17AAE508-50DC-C26B-6EC5-F0589A861066}"/>
          </ac:picMkLst>
        </pc:picChg>
      </pc:sldChg>
      <pc:sldChg chg="addSp delSp modSp add mod ord">
        <pc:chgData name="賢 宮本" userId="4e484cef2ba5051b" providerId="LiveId" clId="{72CE4236-0583-4672-AA7F-EA39505C199A}" dt="2026-04-09T06:06:06.835" v="4341" actId="1076"/>
        <pc:sldMkLst>
          <pc:docMk/>
          <pc:sldMk cId="3751938165" sldId="287"/>
        </pc:sldMkLst>
        <pc:spChg chg="add mod">
          <ac:chgData name="賢 宮本" userId="4e484cef2ba5051b" providerId="LiveId" clId="{72CE4236-0583-4672-AA7F-EA39505C199A}" dt="2026-04-09T06:06:06.835" v="4341" actId="1076"/>
          <ac:spMkLst>
            <pc:docMk/>
            <pc:sldMk cId="3751938165" sldId="287"/>
            <ac:spMk id="4" creationId="{A28CD240-92B6-ED7B-D7C8-1688382719E1}"/>
          </ac:spMkLst>
        </pc:spChg>
        <pc:spChg chg="mod">
          <ac:chgData name="賢 宮本" userId="4e484cef2ba5051b" providerId="LiveId" clId="{72CE4236-0583-4672-AA7F-EA39505C199A}" dt="2026-04-09T05:58:10.194" v="3947" actId="20577"/>
          <ac:spMkLst>
            <pc:docMk/>
            <pc:sldMk cId="3751938165" sldId="287"/>
            <ac:spMk id="5" creationId="{D5A766DE-3A45-FEF0-EFA4-F97D19AB0537}"/>
          </ac:spMkLst>
        </pc:spChg>
        <pc:spChg chg="mod">
          <ac:chgData name="賢 宮本" userId="4e484cef2ba5051b" providerId="LiveId" clId="{72CE4236-0583-4672-AA7F-EA39505C199A}" dt="2026-03-27T05:37:38.274" v="3280" actId="255"/>
          <ac:spMkLst>
            <pc:docMk/>
            <pc:sldMk cId="3751938165" sldId="287"/>
            <ac:spMk id="6" creationId="{22D95F4B-07FE-2287-6EB8-688FF7FEFBFB}"/>
          </ac:spMkLst>
        </pc:spChg>
        <pc:picChg chg="add mod">
          <ac:chgData name="賢 宮本" userId="4e484cef2ba5051b" providerId="LiveId" clId="{72CE4236-0583-4672-AA7F-EA39505C199A}" dt="2026-04-09T06:05:22.532" v="4326" actId="1076"/>
          <ac:picMkLst>
            <pc:docMk/>
            <pc:sldMk cId="3751938165" sldId="287"/>
            <ac:picMk id="3" creationId="{EE375D03-435D-C5F8-39E4-84D26C7876B5}"/>
          </ac:picMkLst>
        </pc:picChg>
      </pc:sldChg>
      <pc:sldChg chg="addSp delSp modSp add mod">
        <pc:chgData name="賢 宮本" userId="4e484cef2ba5051b" providerId="LiveId" clId="{72CE4236-0583-4672-AA7F-EA39505C199A}" dt="2026-04-14T04:57:30.280" v="4407"/>
        <pc:sldMkLst>
          <pc:docMk/>
          <pc:sldMk cId="3769640884" sldId="288"/>
        </pc:sldMkLst>
        <pc:spChg chg="mod">
          <ac:chgData name="賢 宮本" userId="4e484cef2ba5051b" providerId="LiveId" clId="{72CE4236-0583-4672-AA7F-EA39505C199A}" dt="2026-04-09T06:06:56.450" v="4360" actId="20577"/>
          <ac:spMkLst>
            <pc:docMk/>
            <pc:sldMk cId="3769640884" sldId="288"/>
            <ac:spMk id="3" creationId="{91E724F3-182E-815B-40E7-E712E4AE7BE4}"/>
          </ac:spMkLst>
        </pc:spChg>
        <pc:spChg chg="mod">
          <ac:chgData name="賢 宮本" userId="4e484cef2ba5051b" providerId="LiveId" clId="{72CE4236-0583-4672-AA7F-EA39505C199A}" dt="2026-04-14T04:57:30.280" v="4407"/>
          <ac:spMkLst>
            <pc:docMk/>
            <pc:sldMk cId="3769640884" sldId="288"/>
            <ac:spMk id="4" creationId="{10435BD4-F68E-E233-ECAF-FDBFA1D398CC}"/>
          </ac:spMkLst>
        </pc:spChg>
        <pc:spChg chg="mod">
          <ac:chgData name="賢 宮本" userId="4e484cef2ba5051b" providerId="LiveId" clId="{72CE4236-0583-4672-AA7F-EA39505C199A}" dt="2026-03-27T07:13:01.969" v="3926" actId="1076"/>
          <ac:spMkLst>
            <pc:docMk/>
            <pc:sldMk cId="3769640884" sldId="288"/>
            <ac:spMk id="8" creationId="{3C064AAA-BCB0-8AAD-91F2-5924BC657DAC}"/>
          </ac:spMkLst>
        </pc:spChg>
        <pc:picChg chg="add mod">
          <ac:chgData name="賢 宮本" userId="4e484cef2ba5051b" providerId="LiveId" clId="{72CE4236-0583-4672-AA7F-EA39505C199A}" dt="2026-03-27T07:13:04.671" v="3928" actId="1076"/>
          <ac:picMkLst>
            <pc:docMk/>
            <pc:sldMk cId="3769640884" sldId="288"/>
            <ac:picMk id="6" creationId="{7A2285CC-3E2D-7371-94E1-16645B0E028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3400" cy="75604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780032" y="2363089"/>
            <a:ext cx="1849755" cy="376555"/>
          </a:xfrm>
          <a:custGeom>
            <a:avLst/>
            <a:gdLst/>
            <a:ahLst/>
            <a:cxnLst/>
            <a:rect l="l" t="t" r="r" b="b"/>
            <a:pathLst>
              <a:path w="1849754" h="376555">
                <a:moveTo>
                  <a:pt x="253237" y="94995"/>
                </a:moveTo>
                <a:lnTo>
                  <a:pt x="214756" y="124713"/>
                </a:lnTo>
                <a:lnTo>
                  <a:pt x="244689" y="165481"/>
                </a:lnTo>
                <a:lnTo>
                  <a:pt x="271811" y="212534"/>
                </a:lnTo>
                <a:lnTo>
                  <a:pt x="296124" y="265874"/>
                </a:lnTo>
                <a:lnTo>
                  <a:pt x="317626" y="325500"/>
                </a:lnTo>
                <a:lnTo>
                  <a:pt x="367538" y="309879"/>
                </a:lnTo>
                <a:lnTo>
                  <a:pt x="352419" y="265135"/>
                </a:lnTo>
                <a:lnTo>
                  <a:pt x="333430" y="221274"/>
                </a:lnTo>
                <a:lnTo>
                  <a:pt x="310570" y="178297"/>
                </a:lnTo>
                <a:lnTo>
                  <a:pt x="283839" y="136204"/>
                </a:lnTo>
                <a:lnTo>
                  <a:pt x="253237" y="94995"/>
                </a:lnTo>
                <a:close/>
              </a:path>
              <a:path w="1849754" h="376555">
                <a:moveTo>
                  <a:pt x="92963" y="113664"/>
                </a:moveTo>
                <a:lnTo>
                  <a:pt x="78009" y="166239"/>
                </a:lnTo>
                <a:lnTo>
                  <a:pt x="57530" y="215931"/>
                </a:lnTo>
                <a:lnTo>
                  <a:pt x="31527" y="262719"/>
                </a:lnTo>
                <a:lnTo>
                  <a:pt x="0" y="306577"/>
                </a:lnTo>
                <a:lnTo>
                  <a:pt x="41656" y="333248"/>
                </a:lnTo>
                <a:lnTo>
                  <a:pt x="71989" y="290695"/>
                </a:lnTo>
                <a:lnTo>
                  <a:pt x="97631" y="246475"/>
                </a:lnTo>
                <a:lnTo>
                  <a:pt x="118558" y="200588"/>
                </a:lnTo>
                <a:lnTo>
                  <a:pt x="134747" y="153035"/>
                </a:lnTo>
                <a:lnTo>
                  <a:pt x="141009" y="148703"/>
                </a:lnTo>
                <a:lnTo>
                  <a:pt x="143414" y="143906"/>
                </a:lnTo>
                <a:lnTo>
                  <a:pt x="141962" y="138658"/>
                </a:lnTo>
                <a:lnTo>
                  <a:pt x="136651" y="132968"/>
                </a:lnTo>
                <a:lnTo>
                  <a:pt x="92963" y="113664"/>
                </a:lnTo>
                <a:close/>
              </a:path>
              <a:path w="1849754" h="376555">
                <a:moveTo>
                  <a:pt x="682244" y="133857"/>
                </a:moveTo>
                <a:lnTo>
                  <a:pt x="659142" y="177369"/>
                </a:lnTo>
                <a:lnTo>
                  <a:pt x="630658" y="214393"/>
                </a:lnTo>
                <a:lnTo>
                  <a:pt x="596788" y="244928"/>
                </a:lnTo>
                <a:lnTo>
                  <a:pt x="557532" y="268972"/>
                </a:lnTo>
                <a:lnTo>
                  <a:pt x="512885" y="286522"/>
                </a:lnTo>
                <a:lnTo>
                  <a:pt x="462847" y="297576"/>
                </a:lnTo>
                <a:lnTo>
                  <a:pt x="407416" y="302132"/>
                </a:lnTo>
                <a:lnTo>
                  <a:pt x="420044" y="347090"/>
                </a:lnTo>
                <a:lnTo>
                  <a:pt x="420116" y="347344"/>
                </a:lnTo>
                <a:lnTo>
                  <a:pt x="426171" y="354756"/>
                </a:lnTo>
                <a:lnTo>
                  <a:pt x="426285" y="354895"/>
                </a:lnTo>
                <a:lnTo>
                  <a:pt x="432228" y="357362"/>
                </a:lnTo>
                <a:lnTo>
                  <a:pt x="437957" y="354756"/>
                </a:lnTo>
                <a:lnTo>
                  <a:pt x="443484" y="347090"/>
                </a:lnTo>
                <a:lnTo>
                  <a:pt x="496754" y="341017"/>
                </a:lnTo>
                <a:lnTo>
                  <a:pt x="545529" y="328131"/>
                </a:lnTo>
                <a:lnTo>
                  <a:pt x="589811" y="308428"/>
                </a:lnTo>
                <a:lnTo>
                  <a:pt x="629598" y="281908"/>
                </a:lnTo>
                <a:lnTo>
                  <a:pt x="664891" y="248567"/>
                </a:lnTo>
                <a:lnTo>
                  <a:pt x="695690" y="208404"/>
                </a:lnTo>
                <a:lnTo>
                  <a:pt x="721994" y="161416"/>
                </a:lnTo>
                <a:lnTo>
                  <a:pt x="682244" y="133857"/>
                </a:lnTo>
                <a:close/>
              </a:path>
              <a:path w="1849754" h="376555">
                <a:moveTo>
                  <a:pt x="443484" y="60705"/>
                </a:moveTo>
                <a:lnTo>
                  <a:pt x="413638" y="99567"/>
                </a:lnTo>
                <a:lnTo>
                  <a:pt x="433617" y="114047"/>
                </a:lnTo>
                <a:lnTo>
                  <a:pt x="454310" y="130063"/>
                </a:lnTo>
                <a:lnTo>
                  <a:pt x="475718" y="147627"/>
                </a:lnTo>
                <a:lnTo>
                  <a:pt x="497840" y="166750"/>
                </a:lnTo>
                <a:lnTo>
                  <a:pt x="532130" y="132968"/>
                </a:lnTo>
                <a:lnTo>
                  <a:pt x="507384" y="109944"/>
                </a:lnTo>
                <a:lnTo>
                  <a:pt x="484378" y="90217"/>
                </a:lnTo>
                <a:lnTo>
                  <a:pt x="463085" y="73800"/>
                </a:lnTo>
                <a:lnTo>
                  <a:pt x="443484" y="60705"/>
                </a:lnTo>
                <a:close/>
              </a:path>
              <a:path w="1849754" h="376555">
                <a:moveTo>
                  <a:pt x="1021664" y="110743"/>
                </a:moveTo>
                <a:lnTo>
                  <a:pt x="970534" y="110743"/>
                </a:lnTo>
                <a:lnTo>
                  <a:pt x="951844" y="144631"/>
                </a:lnTo>
                <a:lnTo>
                  <a:pt x="926512" y="178980"/>
                </a:lnTo>
                <a:lnTo>
                  <a:pt x="894540" y="213788"/>
                </a:lnTo>
                <a:lnTo>
                  <a:pt x="855932" y="249051"/>
                </a:lnTo>
                <a:lnTo>
                  <a:pt x="810693" y="284766"/>
                </a:lnTo>
                <a:lnTo>
                  <a:pt x="758825" y="320928"/>
                </a:lnTo>
                <a:lnTo>
                  <a:pt x="792734" y="351916"/>
                </a:lnTo>
                <a:lnTo>
                  <a:pt x="831953" y="325036"/>
                </a:lnTo>
                <a:lnTo>
                  <a:pt x="868267" y="296608"/>
                </a:lnTo>
                <a:lnTo>
                  <a:pt x="901676" y="266656"/>
                </a:lnTo>
                <a:lnTo>
                  <a:pt x="932180" y="235203"/>
                </a:lnTo>
                <a:lnTo>
                  <a:pt x="1004017" y="235203"/>
                </a:lnTo>
                <a:lnTo>
                  <a:pt x="994390" y="226885"/>
                </a:lnTo>
                <a:lnTo>
                  <a:pt x="961390" y="200787"/>
                </a:lnTo>
                <a:lnTo>
                  <a:pt x="977088" y="179905"/>
                </a:lnTo>
                <a:lnTo>
                  <a:pt x="992393" y="157845"/>
                </a:lnTo>
                <a:lnTo>
                  <a:pt x="1007342" y="134618"/>
                </a:lnTo>
                <a:lnTo>
                  <a:pt x="1021664" y="110743"/>
                </a:lnTo>
                <a:close/>
              </a:path>
              <a:path w="1849754" h="376555">
                <a:moveTo>
                  <a:pt x="1004017" y="235203"/>
                </a:moveTo>
                <a:lnTo>
                  <a:pt x="932180" y="235203"/>
                </a:lnTo>
                <a:lnTo>
                  <a:pt x="961372" y="259470"/>
                </a:lnTo>
                <a:lnTo>
                  <a:pt x="991981" y="286750"/>
                </a:lnTo>
                <a:lnTo>
                  <a:pt x="1023995" y="317053"/>
                </a:lnTo>
                <a:lnTo>
                  <a:pt x="1057402" y="350392"/>
                </a:lnTo>
                <a:lnTo>
                  <a:pt x="1093724" y="320039"/>
                </a:lnTo>
                <a:lnTo>
                  <a:pt x="1060580" y="286512"/>
                </a:lnTo>
                <a:lnTo>
                  <a:pt x="1027461" y="255460"/>
                </a:lnTo>
                <a:lnTo>
                  <a:pt x="1004017" y="235203"/>
                </a:lnTo>
                <a:close/>
              </a:path>
              <a:path w="1849754" h="376555">
                <a:moveTo>
                  <a:pt x="1002030" y="62229"/>
                </a:moveTo>
                <a:lnTo>
                  <a:pt x="980313" y="68579"/>
                </a:lnTo>
                <a:lnTo>
                  <a:pt x="796290" y="76580"/>
                </a:lnTo>
                <a:lnTo>
                  <a:pt x="801497" y="121538"/>
                </a:lnTo>
                <a:lnTo>
                  <a:pt x="970534" y="110743"/>
                </a:lnTo>
                <a:lnTo>
                  <a:pt x="1021664" y="110743"/>
                </a:lnTo>
                <a:lnTo>
                  <a:pt x="1021969" y="110236"/>
                </a:lnTo>
                <a:lnTo>
                  <a:pt x="1029446" y="107378"/>
                </a:lnTo>
                <a:lnTo>
                  <a:pt x="1033018" y="102996"/>
                </a:lnTo>
                <a:lnTo>
                  <a:pt x="1032684" y="97091"/>
                </a:lnTo>
                <a:lnTo>
                  <a:pt x="1028445" y="89662"/>
                </a:lnTo>
                <a:lnTo>
                  <a:pt x="1002030" y="62229"/>
                </a:lnTo>
                <a:close/>
              </a:path>
              <a:path w="1849754" h="376555">
                <a:moveTo>
                  <a:pt x="1026922" y="23367"/>
                </a:moveTo>
                <a:lnTo>
                  <a:pt x="998601" y="47243"/>
                </a:lnTo>
                <a:lnTo>
                  <a:pt x="1015698" y="63789"/>
                </a:lnTo>
                <a:lnTo>
                  <a:pt x="1031176" y="79120"/>
                </a:lnTo>
                <a:lnTo>
                  <a:pt x="1045035" y="93214"/>
                </a:lnTo>
                <a:lnTo>
                  <a:pt x="1057275" y="106044"/>
                </a:lnTo>
                <a:lnTo>
                  <a:pt x="1085977" y="81914"/>
                </a:lnTo>
                <a:lnTo>
                  <a:pt x="1071999" y="66766"/>
                </a:lnTo>
                <a:lnTo>
                  <a:pt x="1057497" y="51974"/>
                </a:lnTo>
                <a:lnTo>
                  <a:pt x="1042471" y="37516"/>
                </a:lnTo>
                <a:lnTo>
                  <a:pt x="1026922" y="23367"/>
                </a:lnTo>
                <a:close/>
              </a:path>
              <a:path w="1849754" h="376555">
                <a:moveTo>
                  <a:pt x="1068324" y="0"/>
                </a:moveTo>
                <a:lnTo>
                  <a:pt x="1043686" y="24256"/>
                </a:lnTo>
                <a:lnTo>
                  <a:pt x="1057191" y="36397"/>
                </a:lnTo>
                <a:lnTo>
                  <a:pt x="1071245" y="49942"/>
                </a:lnTo>
                <a:lnTo>
                  <a:pt x="1085869" y="64869"/>
                </a:lnTo>
                <a:lnTo>
                  <a:pt x="1101090" y="81152"/>
                </a:lnTo>
                <a:lnTo>
                  <a:pt x="1126363" y="56895"/>
                </a:lnTo>
                <a:lnTo>
                  <a:pt x="1113026" y="41273"/>
                </a:lnTo>
                <a:lnTo>
                  <a:pt x="1098915" y="26590"/>
                </a:lnTo>
                <a:lnTo>
                  <a:pt x="1084018" y="12836"/>
                </a:lnTo>
                <a:lnTo>
                  <a:pt x="1068324" y="0"/>
                </a:lnTo>
                <a:close/>
              </a:path>
              <a:path w="1849754" h="376555">
                <a:moveTo>
                  <a:pt x="1364488" y="188467"/>
                </a:moveTo>
                <a:lnTo>
                  <a:pt x="1316863" y="188467"/>
                </a:lnTo>
                <a:lnTo>
                  <a:pt x="1316863" y="324357"/>
                </a:lnTo>
                <a:lnTo>
                  <a:pt x="1312799" y="330073"/>
                </a:lnTo>
                <a:lnTo>
                  <a:pt x="1304798" y="331596"/>
                </a:lnTo>
                <a:lnTo>
                  <a:pt x="1269365" y="331596"/>
                </a:lnTo>
                <a:lnTo>
                  <a:pt x="1276223" y="376046"/>
                </a:lnTo>
                <a:lnTo>
                  <a:pt x="1323848" y="376046"/>
                </a:lnTo>
                <a:lnTo>
                  <a:pt x="1341610" y="373262"/>
                </a:lnTo>
                <a:lnTo>
                  <a:pt x="1354312" y="364918"/>
                </a:lnTo>
                <a:lnTo>
                  <a:pt x="1361942" y="351026"/>
                </a:lnTo>
                <a:lnTo>
                  <a:pt x="1364488" y="331596"/>
                </a:lnTo>
                <a:lnTo>
                  <a:pt x="1364488" y="188467"/>
                </a:lnTo>
                <a:close/>
              </a:path>
              <a:path w="1849754" h="376555">
                <a:moveTo>
                  <a:pt x="1364488" y="156463"/>
                </a:moveTo>
                <a:lnTo>
                  <a:pt x="1300480" y="156463"/>
                </a:lnTo>
                <a:lnTo>
                  <a:pt x="1270043" y="195869"/>
                </a:lnTo>
                <a:lnTo>
                  <a:pt x="1233963" y="233298"/>
                </a:lnTo>
                <a:lnTo>
                  <a:pt x="1192216" y="268728"/>
                </a:lnTo>
                <a:lnTo>
                  <a:pt x="1144778" y="302132"/>
                </a:lnTo>
                <a:lnTo>
                  <a:pt x="1180338" y="334771"/>
                </a:lnTo>
                <a:lnTo>
                  <a:pt x="1221297" y="302982"/>
                </a:lnTo>
                <a:lnTo>
                  <a:pt x="1257696" y="268001"/>
                </a:lnTo>
                <a:lnTo>
                  <a:pt x="1289548" y="229830"/>
                </a:lnTo>
                <a:lnTo>
                  <a:pt x="1316863" y="188467"/>
                </a:lnTo>
                <a:lnTo>
                  <a:pt x="1364488" y="188467"/>
                </a:lnTo>
                <a:lnTo>
                  <a:pt x="1364488" y="156463"/>
                </a:lnTo>
                <a:close/>
              </a:path>
              <a:path w="1849754" h="376555">
                <a:moveTo>
                  <a:pt x="1495170" y="112140"/>
                </a:moveTo>
                <a:lnTo>
                  <a:pt x="1154176" y="112140"/>
                </a:lnTo>
                <a:lnTo>
                  <a:pt x="1154176" y="156463"/>
                </a:lnTo>
                <a:lnTo>
                  <a:pt x="1495170" y="156463"/>
                </a:lnTo>
                <a:lnTo>
                  <a:pt x="1495170" y="112140"/>
                </a:lnTo>
                <a:close/>
              </a:path>
              <a:path w="1849754" h="376555">
                <a:moveTo>
                  <a:pt x="1357122" y="26542"/>
                </a:moveTo>
                <a:lnTo>
                  <a:pt x="1316863" y="26542"/>
                </a:lnTo>
                <a:lnTo>
                  <a:pt x="1316863" y="112140"/>
                </a:lnTo>
                <a:lnTo>
                  <a:pt x="1364488" y="112140"/>
                </a:lnTo>
                <a:lnTo>
                  <a:pt x="1364488" y="44323"/>
                </a:lnTo>
                <a:lnTo>
                  <a:pt x="1368105" y="38365"/>
                </a:lnTo>
                <a:lnTo>
                  <a:pt x="1368091" y="33432"/>
                </a:lnTo>
                <a:lnTo>
                  <a:pt x="1364434" y="29499"/>
                </a:lnTo>
                <a:lnTo>
                  <a:pt x="1357122" y="26542"/>
                </a:lnTo>
                <a:close/>
              </a:path>
              <a:path w="1849754" h="376555">
                <a:moveTo>
                  <a:pt x="1810004" y="133857"/>
                </a:moveTo>
                <a:lnTo>
                  <a:pt x="1786902" y="177369"/>
                </a:lnTo>
                <a:lnTo>
                  <a:pt x="1758418" y="214393"/>
                </a:lnTo>
                <a:lnTo>
                  <a:pt x="1724548" y="244928"/>
                </a:lnTo>
                <a:lnTo>
                  <a:pt x="1685292" y="268972"/>
                </a:lnTo>
                <a:lnTo>
                  <a:pt x="1640645" y="286522"/>
                </a:lnTo>
                <a:lnTo>
                  <a:pt x="1590607" y="297576"/>
                </a:lnTo>
                <a:lnTo>
                  <a:pt x="1535176" y="302132"/>
                </a:lnTo>
                <a:lnTo>
                  <a:pt x="1547804" y="347090"/>
                </a:lnTo>
                <a:lnTo>
                  <a:pt x="1547876" y="347344"/>
                </a:lnTo>
                <a:lnTo>
                  <a:pt x="1553931" y="354756"/>
                </a:lnTo>
                <a:lnTo>
                  <a:pt x="1554045" y="354895"/>
                </a:lnTo>
                <a:lnTo>
                  <a:pt x="1559988" y="357362"/>
                </a:lnTo>
                <a:lnTo>
                  <a:pt x="1565717" y="354756"/>
                </a:lnTo>
                <a:lnTo>
                  <a:pt x="1571244" y="347090"/>
                </a:lnTo>
                <a:lnTo>
                  <a:pt x="1624514" y="341017"/>
                </a:lnTo>
                <a:lnTo>
                  <a:pt x="1673289" y="328131"/>
                </a:lnTo>
                <a:lnTo>
                  <a:pt x="1717571" y="308428"/>
                </a:lnTo>
                <a:lnTo>
                  <a:pt x="1757358" y="281908"/>
                </a:lnTo>
                <a:lnTo>
                  <a:pt x="1792651" y="248567"/>
                </a:lnTo>
                <a:lnTo>
                  <a:pt x="1823450" y="208404"/>
                </a:lnTo>
                <a:lnTo>
                  <a:pt x="1849755" y="161416"/>
                </a:lnTo>
                <a:lnTo>
                  <a:pt x="1810004" y="133857"/>
                </a:lnTo>
                <a:close/>
              </a:path>
              <a:path w="1849754" h="376555">
                <a:moveTo>
                  <a:pt x="1571244" y="60705"/>
                </a:moveTo>
                <a:lnTo>
                  <a:pt x="1541398" y="99567"/>
                </a:lnTo>
                <a:lnTo>
                  <a:pt x="1561377" y="114047"/>
                </a:lnTo>
                <a:lnTo>
                  <a:pt x="1582070" y="130063"/>
                </a:lnTo>
                <a:lnTo>
                  <a:pt x="1603478" y="147627"/>
                </a:lnTo>
                <a:lnTo>
                  <a:pt x="1625600" y="166750"/>
                </a:lnTo>
                <a:lnTo>
                  <a:pt x="1659890" y="132968"/>
                </a:lnTo>
                <a:lnTo>
                  <a:pt x="1635144" y="109944"/>
                </a:lnTo>
                <a:lnTo>
                  <a:pt x="1612138" y="90217"/>
                </a:lnTo>
                <a:lnTo>
                  <a:pt x="1590845" y="73800"/>
                </a:lnTo>
                <a:lnTo>
                  <a:pt x="1571244" y="607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0192" y="2917698"/>
            <a:ext cx="2147443" cy="33324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4106545" y="2867914"/>
            <a:ext cx="2466975" cy="367665"/>
          </a:xfrm>
          <a:custGeom>
            <a:avLst/>
            <a:gdLst/>
            <a:ahLst/>
            <a:cxnLst/>
            <a:rect l="l" t="t" r="r" b="b"/>
            <a:pathLst>
              <a:path w="2466975" h="367664">
                <a:moveTo>
                  <a:pt x="214122" y="137033"/>
                </a:moveTo>
                <a:lnTo>
                  <a:pt x="212661" y="118173"/>
                </a:lnTo>
                <a:lnTo>
                  <a:pt x="208305" y="101409"/>
                </a:lnTo>
                <a:lnTo>
                  <a:pt x="203174" y="91059"/>
                </a:lnTo>
                <a:lnTo>
                  <a:pt x="201041" y="86741"/>
                </a:lnTo>
                <a:lnTo>
                  <a:pt x="190881" y="74168"/>
                </a:lnTo>
                <a:lnTo>
                  <a:pt x="178663" y="64173"/>
                </a:lnTo>
                <a:lnTo>
                  <a:pt x="167259" y="58343"/>
                </a:lnTo>
                <a:lnTo>
                  <a:pt x="167259" y="137033"/>
                </a:lnTo>
                <a:lnTo>
                  <a:pt x="166458" y="147662"/>
                </a:lnTo>
                <a:lnTo>
                  <a:pt x="141122" y="180797"/>
                </a:lnTo>
                <a:lnTo>
                  <a:pt x="123698" y="183642"/>
                </a:lnTo>
                <a:lnTo>
                  <a:pt x="47625" y="183642"/>
                </a:lnTo>
                <a:lnTo>
                  <a:pt x="47625" y="91059"/>
                </a:lnTo>
                <a:lnTo>
                  <a:pt x="123698" y="91059"/>
                </a:lnTo>
                <a:lnTo>
                  <a:pt x="160870" y="107797"/>
                </a:lnTo>
                <a:lnTo>
                  <a:pt x="167259" y="137033"/>
                </a:lnTo>
                <a:lnTo>
                  <a:pt x="167259" y="58343"/>
                </a:lnTo>
                <a:lnTo>
                  <a:pt x="164693" y="57023"/>
                </a:lnTo>
                <a:lnTo>
                  <a:pt x="148996" y="52743"/>
                </a:lnTo>
                <a:lnTo>
                  <a:pt x="131572" y="51308"/>
                </a:lnTo>
                <a:lnTo>
                  <a:pt x="0" y="51308"/>
                </a:lnTo>
                <a:lnTo>
                  <a:pt x="0" y="325501"/>
                </a:lnTo>
                <a:lnTo>
                  <a:pt x="47625" y="325501"/>
                </a:lnTo>
                <a:lnTo>
                  <a:pt x="47625" y="223393"/>
                </a:lnTo>
                <a:lnTo>
                  <a:pt x="131572" y="223393"/>
                </a:lnTo>
                <a:lnTo>
                  <a:pt x="180263" y="210324"/>
                </a:lnTo>
                <a:lnTo>
                  <a:pt x="203657" y="183642"/>
                </a:lnTo>
                <a:lnTo>
                  <a:pt x="208572" y="173316"/>
                </a:lnTo>
                <a:lnTo>
                  <a:pt x="212737" y="156349"/>
                </a:lnTo>
                <a:lnTo>
                  <a:pt x="214122" y="137033"/>
                </a:lnTo>
                <a:close/>
              </a:path>
              <a:path w="2466975" h="367664">
                <a:moveTo>
                  <a:pt x="295910" y="143256"/>
                </a:moveTo>
                <a:lnTo>
                  <a:pt x="253111" y="143256"/>
                </a:lnTo>
                <a:lnTo>
                  <a:pt x="253111" y="325501"/>
                </a:lnTo>
                <a:lnTo>
                  <a:pt x="295910" y="325501"/>
                </a:lnTo>
                <a:lnTo>
                  <a:pt x="295910" y="143256"/>
                </a:lnTo>
                <a:close/>
              </a:path>
              <a:path w="2466975" h="367664">
                <a:moveTo>
                  <a:pt x="295910" y="52959"/>
                </a:moveTo>
                <a:lnTo>
                  <a:pt x="253111" y="52959"/>
                </a:lnTo>
                <a:lnTo>
                  <a:pt x="253111" y="101346"/>
                </a:lnTo>
                <a:lnTo>
                  <a:pt x="295910" y="101346"/>
                </a:lnTo>
                <a:lnTo>
                  <a:pt x="295910" y="52959"/>
                </a:lnTo>
                <a:close/>
              </a:path>
              <a:path w="2466975" h="367664">
                <a:moveTo>
                  <a:pt x="509397" y="249047"/>
                </a:moveTo>
                <a:lnTo>
                  <a:pt x="465582" y="249047"/>
                </a:lnTo>
                <a:lnTo>
                  <a:pt x="464883" y="259575"/>
                </a:lnTo>
                <a:lnTo>
                  <a:pt x="462800" y="268693"/>
                </a:lnTo>
                <a:lnTo>
                  <a:pt x="432803" y="293420"/>
                </a:lnTo>
                <a:lnTo>
                  <a:pt x="423672" y="294132"/>
                </a:lnTo>
                <a:lnTo>
                  <a:pt x="415785" y="293420"/>
                </a:lnTo>
                <a:lnTo>
                  <a:pt x="384073" y="263321"/>
                </a:lnTo>
                <a:lnTo>
                  <a:pt x="380111" y="236601"/>
                </a:lnTo>
                <a:lnTo>
                  <a:pt x="381190" y="222110"/>
                </a:lnTo>
                <a:lnTo>
                  <a:pt x="403326" y="183870"/>
                </a:lnTo>
                <a:lnTo>
                  <a:pt x="425196" y="177546"/>
                </a:lnTo>
                <a:lnTo>
                  <a:pt x="432955" y="178054"/>
                </a:lnTo>
                <a:lnTo>
                  <a:pt x="461391" y="210312"/>
                </a:lnTo>
                <a:lnTo>
                  <a:pt x="504698" y="210312"/>
                </a:lnTo>
                <a:lnTo>
                  <a:pt x="502285" y="196646"/>
                </a:lnTo>
                <a:lnTo>
                  <a:pt x="502221" y="196342"/>
                </a:lnTo>
                <a:lnTo>
                  <a:pt x="502119" y="195745"/>
                </a:lnTo>
                <a:lnTo>
                  <a:pt x="482981" y="161290"/>
                </a:lnTo>
                <a:lnTo>
                  <a:pt x="442290" y="142849"/>
                </a:lnTo>
                <a:lnTo>
                  <a:pt x="423672" y="141605"/>
                </a:lnTo>
                <a:lnTo>
                  <a:pt x="406069" y="143129"/>
                </a:lnTo>
                <a:lnTo>
                  <a:pt x="362585" y="165989"/>
                </a:lnTo>
                <a:lnTo>
                  <a:pt x="338061" y="214680"/>
                </a:lnTo>
                <a:lnTo>
                  <a:pt x="336423" y="235077"/>
                </a:lnTo>
                <a:lnTo>
                  <a:pt x="338251" y="255562"/>
                </a:lnTo>
                <a:lnTo>
                  <a:pt x="352806" y="291274"/>
                </a:lnTo>
                <a:lnTo>
                  <a:pt x="391756" y="324396"/>
                </a:lnTo>
                <a:lnTo>
                  <a:pt x="407314" y="328853"/>
                </a:lnTo>
                <a:lnTo>
                  <a:pt x="408089" y="328853"/>
                </a:lnTo>
                <a:lnTo>
                  <a:pt x="423672" y="330200"/>
                </a:lnTo>
                <a:lnTo>
                  <a:pt x="474167" y="318046"/>
                </a:lnTo>
                <a:lnTo>
                  <a:pt x="497039" y="294132"/>
                </a:lnTo>
                <a:lnTo>
                  <a:pt x="502729" y="282981"/>
                </a:lnTo>
                <a:lnTo>
                  <a:pt x="507301" y="267055"/>
                </a:lnTo>
                <a:lnTo>
                  <a:pt x="509397" y="249047"/>
                </a:lnTo>
                <a:close/>
              </a:path>
              <a:path w="2466975" h="367664">
                <a:moveTo>
                  <a:pt x="718185" y="233553"/>
                </a:moveTo>
                <a:lnTo>
                  <a:pt x="716445" y="213741"/>
                </a:lnTo>
                <a:lnTo>
                  <a:pt x="711225" y="195618"/>
                </a:lnTo>
                <a:lnTo>
                  <a:pt x="702538" y="179158"/>
                </a:lnTo>
                <a:lnTo>
                  <a:pt x="699960" y="176022"/>
                </a:lnTo>
                <a:lnTo>
                  <a:pt x="690372" y="164338"/>
                </a:lnTo>
                <a:lnTo>
                  <a:pt x="677418" y="153746"/>
                </a:lnTo>
                <a:lnTo>
                  <a:pt x="674497" y="152222"/>
                </a:lnTo>
                <a:lnTo>
                  <a:pt x="674497" y="233553"/>
                </a:lnTo>
                <a:lnTo>
                  <a:pt x="673493" y="247802"/>
                </a:lnTo>
                <a:lnTo>
                  <a:pt x="651929" y="285280"/>
                </a:lnTo>
                <a:lnTo>
                  <a:pt x="629412" y="292608"/>
                </a:lnTo>
                <a:lnTo>
                  <a:pt x="621423" y="291807"/>
                </a:lnTo>
                <a:lnTo>
                  <a:pt x="588238" y="260210"/>
                </a:lnTo>
                <a:lnTo>
                  <a:pt x="584327" y="233553"/>
                </a:lnTo>
                <a:lnTo>
                  <a:pt x="585393" y="219798"/>
                </a:lnTo>
                <a:lnTo>
                  <a:pt x="607479" y="182295"/>
                </a:lnTo>
                <a:lnTo>
                  <a:pt x="629412" y="176022"/>
                </a:lnTo>
                <a:lnTo>
                  <a:pt x="637362" y="176720"/>
                </a:lnTo>
                <a:lnTo>
                  <a:pt x="670128" y="207479"/>
                </a:lnTo>
                <a:lnTo>
                  <a:pt x="674497" y="233553"/>
                </a:lnTo>
                <a:lnTo>
                  <a:pt x="674497" y="152222"/>
                </a:lnTo>
                <a:lnTo>
                  <a:pt x="662940" y="146164"/>
                </a:lnTo>
                <a:lnTo>
                  <a:pt x="646938" y="141605"/>
                </a:lnTo>
                <a:lnTo>
                  <a:pt x="629412" y="140081"/>
                </a:lnTo>
                <a:lnTo>
                  <a:pt x="611809" y="141605"/>
                </a:lnTo>
                <a:lnTo>
                  <a:pt x="568325" y="164338"/>
                </a:lnTo>
                <a:lnTo>
                  <a:pt x="542239" y="213741"/>
                </a:lnTo>
                <a:lnTo>
                  <a:pt x="540512" y="233553"/>
                </a:lnTo>
                <a:lnTo>
                  <a:pt x="542239" y="253898"/>
                </a:lnTo>
                <a:lnTo>
                  <a:pt x="568325" y="303911"/>
                </a:lnTo>
                <a:lnTo>
                  <a:pt x="611949" y="327012"/>
                </a:lnTo>
                <a:lnTo>
                  <a:pt x="629412" y="328549"/>
                </a:lnTo>
                <a:lnTo>
                  <a:pt x="646785" y="327012"/>
                </a:lnTo>
                <a:lnTo>
                  <a:pt x="662736" y="322376"/>
                </a:lnTo>
                <a:lnTo>
                  <a:pt x="677265" y="314680"/>
                </a:lnTo>
                <a:lnTo>
                  <a:pt x="690372" y="303911"/>
                </a:lnTo>
                <a:lnTo>
                  <a:pt x="699643" y="292608"/>
                </a:lnTo>
                <a:lnTo>
                  <a:pt x="702538" y="289090"/>
                </a:lnTo>
                <a:lnTo>
                  <a:pt x="711225" y="272402"/>
                </a:lnTo>
                <a:lnTo>
                  <a:pt x="716445" y="253898"/>
                </a:lnTo>
                <a:lnTo>
                  <a:pt x="718185" y="233553"/>
                </a:lnTo>
                <a:close/>
              </a:path>
              <a:path w="2466975" h="367664">
                <a:moveTo>
                  <a:pt x="1031367" y="51308"/>
                </a:moveTo>
                <a:lnTo>
                  <a:pt x="988187" y="51308"/>
                </a:lnTo>
                <a:lnTo>
                  <a:pt x="949833" y="247523"/>
                </a:lnTo>
                <a:lnTo>
                  <a:pt x="917435" y="112268"/>
                </a:lnTo>
                <a:lnTo>
                  <a:pt x="902843" y="51308"/>
                </a:lnTo>
                <a:lnTo>
                  <a:pt x="860679" y="51308"/>
                </a:lnTo>
                <a:lnTo>
                  <a:pt x="813816" y="247523"/>
                </a:lnTo>
                <a:lnTo>
                  <a:pt x="775335" y="51308"/>
                </a:lnTo>
                <a:lnTo>
                  <a:pt x="732282" y="51308"/>
                </a:lnTo>
                <a:lnTo>
                  <a:pt x="792353" y="328549"/>
                </a:lnTo>
                <a:lnTo>
                  <a:pt x="831088" y="328549"/>
                </a:lnTo>
                <a:lnTo>
                  <a:pt x="850061" y="247523"/>
                </a:lnTo>
                <a:lnTo>
                  <a:pt x="881761" y="112268"/>
                </a:lnTo>
                <a:lnTo>
                  <a:pt x="932561" y="328549"/>
                </a:lnTo>
                <a:lnTo>
                  <a:pt x="971296" y="328549"/>
                </a:lnTo>
                <a:lnTo>
                  <a:pt x="988847" y="247523"/>
                </a:lnTo>
                <a:lnTo>
                  <a:pt x="1031367" y="51308"/>
                </a:lnTo>
                <a:close/>
              </a:path>
              <a:path w="2466975" h="367664">
                <a:moveTo>
                  <a:pt x="1362583" y="190754"/>
                </a:moveTo>
                <a:lnTo>
                  <a:pt x="1359852" y="180467"/>
                </a:lnTo>
                <a:lnTo>
                  <a:pt x="1350391" y="144780"/>
                </a:lnTo>
                <a:lnTo>
                  <a:pt x="1319301" y="154825"/>
                </a:lnTo>
                <a:lnTo>
                  <a:pt x="1291882" y="163957"/>
                </a:lnTo>
                <a:lnTo>
                  <a:pt x="1267180" y="172542"/>
                </a:lnTo>
                <a:lnTo>
                  <a:pt x="1245489" y="180467"/>
                </a:lnTo>
                <a:lnTo>
                  <a:pt x="1244333" y="171323"/>
                </a:lnTo>
                <a:lnTo>
                  <a:pt x="1220558" y="140081"/>
                </a:lnTo>
                <a:lnTo>
                  <a:pt x="1197483" y="135382"/>
                </a:lnTo>
                <a:lnTo>
                  <a:pt x="1188758" y="135699"/>
                </a:lnTo>
                <a:lnTo>
                  <a:pt x="1180693" y="136588"/>
                </a:lnTo>
                <a:lnTo>
                  <a:pt x="1173276" y="138061"/>
                </a:lnTo>
                <a:lnTo>
                  <a:pt x="1166495" y="140081"/>
                </a:lnTo>
                <a:lnTo>
                  <a:pt x="1173899" y="133273"/>
                </a:lnTo>
                <a:lnTo>
                  <a:pt x="1181252" y="124256"/>
                </a:lnTo>
                <a:lnTo>
                  <a:pt x="1188567" y="113030"/>
                </a:lnTo>
                <a:lnTo>
                  <a:pt x="1194866" y="101346"/>
                </a:lnTo>
                <a:lnTo>
                  <a:pt x="1195832" y="99568"/>
                </a:lnTo>
                <a:lnTo>
                  <a:pt x="1319022" y="90043"/>
                </a:lnTo>
                <a:lnTo>
                  <a:pt x="1315364" y="60706"/>
                </a:lnTo>
                <a:lnTo>
                  <a:pt x="1313815" y="48260"/>
                </a:lnTo>
                <a:lnTo>
                  <a:pt x="1285849" y="52552"/>
                </a:lnTo>
                <a:lnTo>
                  <a:pt x="1258735" y="56057"/>
                </a:lnTo>
                <a:lnTo>
                  <a:pt x="1232458" y="58788"/>
                </a:lnTo>
                <a:lnTo>
                  <a:pt x="1207008" y="60706"/>
                </a:lnTo>
                <a:lnTo>
                  <a:pt x="1210665" y="53276"/>
                </a:lnTo>
                <a:lnTo>
                  <a:pt x="1214069" y="45453"/>
                </a:lnTo>
                <a:lnTo>
                  <a:pt x="1217193" y="37223"/>
                </a:lnTo>
                <a:lnTo>
                  <a:pt x="1220089" y="28575"/>
                </a:lnTo>
                <a:lnTo>
                  <a:pt x="1226121" y="23977"/>
                </a:lnTo>
                <a:lnTo>
                  <a:pt x="1227861" y="19329"/>
                </a:lnTo>
                <a:lnTo>
                  <a:pt x="1225257" y="14592"/>
                </a:lnTo>
                <a:lnTo>
                  <a:pt x="1218311" y="9779"/>
                </a:lnTo>
                <a:lnTo>
                  <a:pt x="1182878" y="0"/>
                </a:lnTo>
                <a:lnTo>
                  <a:pt x="1177277" y="21882"/>
                </a:lnTo>
                <a:lnTo>
                  <a:pt x="1172298" y="39865"/>
                </a:lnTo>
                <a:lnTo>
                  <a:pt x="1140104" y="65443"/>
                </a:lnTo>
                <a:lnTo>
                  <a:pt x="1057275" y="68707"/>
                </a:lnTo>
                <a:lnTo>
                  <a:pt x="1064387" y="107569"/>
                </a:lnTo>
                <a:lnTo>
                  <a:pt x="1150747" y="101346"/>
                </a:lnTo>
                <a:lnTo>
                  <a:pt x="1134808" y="125285"/>
                </a:lnTo>
                <a:lnTo>
                  <a:pt x="1112901" y="149072"/>
                </a:lnTo>
                <a:lnTo>
                  <a:pt x="1084986" y="172720"/>
                </a:lnTo>
                <a:lnTo>
                  <a:pt x="1051052" y="196215"/>
                </a:lnTo>
                <a:lnTo>
                  <a:pt x="1082040" y="227457"/>
                </a:lnTo>
                <a:lnTo>
                  <a:pt x="1112710" y="202882"/>
                </a:lnTo>
                <a:lnTo>
                  <a:pt x="1138809" y="185343"/>
                </a:lnTo>
                <a:lnTo>
                  <a:pt x="1160335" y="174828"/>
                </a:lnTo>
                <a:lnTo>
                  <a:pt x="1177290" y="171323"/>
                </a:lnTo>
                <a:lnTo>
                  <a:pt x="1189355" y="171323"/>
                </a:lnTo>
                <a:lnTo>
                  <a:pt x="1197102" y="172974"/>
                </a:lnTo>
                <a:lnTo>
                  <a:pt x="1200277" y="176276"/>
                </a:lnTo>
                <a:lnTo>
                  <a:pt x="1203706" y="179578"/>
                </a:lnTo>
                <a:lnTo>
                  <a:pt x="1205865" y="186182"/>
                </a:lnTo>
                <a:lnTo>
                  <a:pt x="1206754" y="196215"/>
                </a:lnTo>
                <a:lnTo>
                  <a:pt x="1206461" y="196215"/>
                </a:lnTo>
                <a:lnTo>
                  <a:pt x="1178864" y="208635"/>
                </a:lnTo>
                <a:lnTo>
                  <a:pt x="1133576" y="236397"/>
                </a:lnTo>
                <a:lnTo>
                  <a:pt x="1100086" y="274180"/>
                </a:lnTo>
                <a:lnTo>
                  <a:pt x="1094740" y="298958"/>
                </a:lnTo>
                <a:lnTo>
                  <a:pt x="1095717" y="310134"/>
                </a:lnTo>
                <a:lnTo>
                  <a:pt x="1095806" y="311150"/>
                </a:lnTo>
                <a:lnTo>
                  <a:pt x="1124559" y="351929"/>
                </a:lnTo>
                <a:lnTo>
                  <a:pt x="1161034" y="363550"/>
                </a:lnTo>
                <a:lnTo>
                  <a:pt x="1185037" y="364998"/>
                </a:lnTo>
                <a:lnTo>
                  <a:pt x="1322070" y="364998"/>
                </a:lnTo>
                <a:lnTo>
                  <a:pt x="1322070" y="325247"/>
                </a:lnTo>
                <a:lnTo>
                  <a:pt x="1186561" y="325247"/>
                </a:lnTo>
                <a:lnTo>
                  <a:pt x="1173416" y="324637"/>
                </a:lnTo>
                <a:lnTo>
                  <a:pt x="1140079" y="304546"/>
                </a:lnTo>
                <a:lnTo>
                  <a:pt x="1140079" y="298958"/>
                </a:lnTo>
                <a:lnTo>
                  <a:pt x="1163764" y="260870"/>
                </a:lnTo>
                <a:lnTo>
                  <a:pt x="1206119" y="233680"/>
                </a:lnTo>
                <a:lnTo>
                  <a:pt x="1206119" y="289687"/>
                </a:lnTo>
                <a:lnTo>
                  <a:pt x="1248918" y="289687"/>
                </a:lnTo>
                <a:lnTo>
                  <a:pt x="1248918" y="233680"/>
                </a:lnTo>
                <a:lnTo>
                  <a:pt x="1248918" y="219710"/>
                </a:lnTo>
                <a:lnTo>
                  <a:pt x="1274457" y="210832"/>
                </a:lnTo>
                <a:lnTo>
                  <a:pt x="1301927" y="203047"/>
                </a:lnTo>
                <a:lnTo>
                  <a:pt x="1331315" y="196354"/>
                </a:lnTo>
                <a:lnTo>
                  <a:pt x="1362583" y="190754"/>
                </a:lnTo>
                <a:close/>
              </a:path>
              <a:path w="2466975" h="367664">
                <a:moveTo>
                  <a:pt x="1766570" y="321564"/>
                </a:moveTo>
                <a:lnTo>
                  <a:pt x="1723453" y="313055"/>
                </a:lnTo>
                <a:lnTo>
                  <a:pt x="1686699" y="303377"/>
                </a:lnTo>
                <a:lnTo>
                  <a:pt x="1657642" y="292785"/>
                </a:lnTo>
                <a:lnTo>
                  <a:pt x="1635887" y="281178"/>
                </a:lnTo>
                <a:lnTo>
                  <a:pt x="1641309" y="267703"/>
                </a:lnTo>
                <a:lnTo>
                  <a:pt x="1644040" y="258318"/>
                </a:lnTo>
                <a:lnTo>
                  <a:pt x="1645196" y="254342"/>
                </a:lnTo>
                <a:lnTo>
                  <a:pt x="1647545" y="241084"/>
                </a:lnTo>
                <a:lnTo>
                  <a:pt x="1648333" y="227965"/>
                </a:lnTo>
                <a:lnTo>
                  <a:pt x="1694180" y="227965"/>
                </a:lnTo>
                <a:lnTo>
                  <a:pt x="1694180" y="238252"/>
                </a:lnTo>
                <a:lnTo>
                  <a:pt x="1737106" y="238252"/>
                </a:lnTo>
                <a:lnTo>
                  <a:pt x="1737106" y="193040"/>
                </a:lnTo>
                <a:lnTo>
                  <a:pt x="1737106" y="146939"/>
                </a:lnTo>
                <a:lnTo>
                  <a:pt x="1737106" y="112141"/>
                </a:lnTo>
                <a:lnTo>
                  <a:pt x="1694180" y="112141"/>
                </a:lnTo>
                <a:lnTo>
                  <a:pt x="1694180" y="146939"/>
                </a:lnTo>
                <a:lnTo>
                  <a:pt x="1694180" y="193040"/>
                </a:lnTo>
                <a:lnTo>
                  <a:pt x="1648333" y="193040"/>
                </a:lnTo>
                <a:lnTo>
                  <a:pt x="1648333" y="146939"/>
                </a:lnTo>
                <a:lnTo>
                  <a:pt x="1694180" y="146939"/>
                </a:lnTo>
                <a:lnTo>
                  <a:pt x="1694180" y="112141"/>
                </a:lnTo>
                <a:lnTo>
                  <a:pt x="1648333" y="112141"/>
                </a:lnTo>
                <a:lnTo>
                  <a:pt x="1648333" y="87884"/>
                </a:lnTo>
                <a:lnTo>
                  <a:pt x="1758823" y="87884"/>
                </a:lnTo>
                <a:lnTo>
                  <a:pt x="1758823" y="48260"/>
                </a:lnTo>
                <a:lnTo>
                  <a:pt x="1648333" y="48260"/>
                </a:lnTo>
                <a:lnTo>
                  <a:pt x="1648333" y="14986"/>
                </a:lnTo>
                <a:lnTo>
                  <a:pt x="1652016" y="9486"/>
                </a:lnTo>
                <a:lnTo>
                  <a:pt x="1652219" y="5168"/>
                </a:lnTo>
                <a:lnTo>
                  <a:pt x="1648917" y="2006"/>
                </a:lnTo>
                <a:lnTo>
                  <a:pt x="1642110" y="0"/>
                </a:lnTo>
                <a:lnTo>
                  <a:pt x="1605534" y="0"/>
                </a:lnTo>
                <a:lnTo>
                  <a:pt x="1605534" y="48260"/>
                </a:lnTo>
                <a:lnTo>
                  <a:pt x="1504873" y="48260"/>
                </a:lnTo>
                <a:lnTo>
                  <a:pt x="1509141" y="30099"/>
                </a:lnTo>
                <a:lnTo>
                  <a:pt x="1515846" y="25590"/>
                </a:lnTo>
                <a:lnTo>
                  <a:pt x="1518246" y="21183"/>
                </a:lnTo>
                <a:lnTo>
                  <a:pt x="1516316" y="16929"/>
                </a:lnTo>
                <a:lnTo>
                  <a:pt x="1510030" y="12827"/>
                </a:lnTo>
                <a:lnTo>
                  <a:pt x="1469771" y="1524"/>
                </a:lnTo>
                <a:lnTo>
                  <a:pt x="1457934" y="56515"/>
                </a:lnTo>
                <a:lnTo>
                  <a:pt x="1441678" y="103924"/>
                </a:lnTo>
                <a:lnTo>
                  <a:pt x="1421028" y="143764"/>
                </a:lnTo>
                <a:lnTo>
                  <a:pt x="1395984" y="176022"/>
                </a:lnTo>
                <a:lnTo>
                  <a:pt x="1420368" y="213360"/>
                </a:lnTo>
                <a:lnTo>
                  <a:pt x="1429626" y="202653"/>
                </a:lnTo>
                <a:lnTo>
                  <a:pt x="1436839" y="191300"/>
                </a:lnTo>
                <a:lnTo>
                  <a:pt x="1442008" y="179324"/>
                </a:lnTo>
                <a:lnTo>
                  <a:pt x="1445133" y="166751"/>
                </a:lnTo>
                <a:lnTo>
                  <a:pt x="1445133" y="365887"/>
                </a:lnTo>
                <a:lnTo>
                  <a:pt x="1488059" y="365887"/>
                </a:lnTo>
                <a:lnTo>
                  <a:pt x="1488059" y="166751"/>
                </a:lnTo>
                <a:lnTo>
                  <a:pt x="1488059" y="121158"/>
                </a:lnTo>
                <a:lnTo>
                  <a:pt x="1497330" y="112903"/>
                </a:lnTo>
                <a:lnTo>
                  <a:pt x="1496822" y="107950"/>
                </a:lnTo>
                <a:lnTo>
                  <a:pt x="1486408" y="106426"/>
                </a:lnTo>
                <a:lnTo>
                  <a:pt x="1493024" y="88595"/>
                </a:lnTo>
                <a:lnTo>
                  <a:pt x="1499006" y="69938"/>
                </a:lnTo>
                <a:lnTo>
                  <a:pt x="1501775" y="59893"/>
                </a:lnTo>
                <a:lnTo>
                  <a:pt x="1501775" y="87884"/>
                </a:lnTo>
                <a:lnTo>
                  <a:pt x="1605534" y="87884"/>
                </a:lnTo>
                <a:lnTo>
                  <a:pt x="1605534" y="112141"/>
                </a:lnTo>
                <a:lnTo>
                  <a:pt x="1605534" y="146939"/>
                </a:lnTo>
                <a:lnTo>
                  <a:pt x="1605534" y="193040"/>
                </a:lnTo>
                <a:lnTo>
                  <a:pt x="1605534" y="227965"/>
                </a:lnTo>
                <a:lnTo>
                  <a:pt x="1605445" y="232664"/>
                </a:lnTo>
                <a:lnTo>
                  <a:pt x="1603248" y="258318"/>
                </a:lnTo>
                <a:lnTo>
                  <a:pt x="1578229" y="227965"/>
                </a:lnTo>
                <a:lnTo>
                  <a:pt x="1605534" y="227965"/>
                </a:lnTo>
                <a:lnTo>
                  <a:pt x="1605534" y="193040"/>
                </a:lnTo>
                <a:lnTo>
                  <a:pt x="1559560" y="193040"/>
                </a:lnTo>
                <a:lnTo>
                  <a:pt x="1559560" y="146939"/>
                </a:lnTo>
                <a:lnTo>
                  <a:pt x="1605534" y="146939"/>
                </a:lnTo>
                <a:lnTo>
                  <a:pt x="1605534" y="112141"/>
                </a:lnTo>
                <a:lnTo>
                  <a:pt x="1516761" y="112141"/>
                </a:lnTo>
                <a:lnTo>
                  <a:pt x="1516761" y="227965"/>
                </a:lnTo>
                <a:lnTo>
                  <a:pt x="1562481" y="227965"/>
                </a:lnTo>
                <a:lnTo>
                  <a:pt x="1543812" y="232664"/>
                </a:lnTo>
                <a:lnTo>
                  <a:pt x="1551520" y="248145"/>
                </a:lnTo>
                <a:lnTo>
                  <a:pt x="1561350" y="262928"/>
                </a:lnTo>
                <a:lnTo>
                  <a:pt x="1573288" y="276999"/>
                </a:lnTo>
                <a:lnTo>
                  <a:pt x="1587373" y="290322"/>
                </a:lnTo>
                <a:lnTo>
                  <a:pt x="1569720" y="303809"/>
                </a:lnTo>
                <a:lnTo>
                  <a:pt x="1547495" y="315074"/>
                </a:lnTo>
                <a:lnTo>
                  <a:pt x="1520685" y="324142"/>
                </a:lnTo>
                <a:lnTo>
                  <a:pt x="1489329" y="330962"/>
                </a:lnTo>
                <a:lnTo>
                  <a:pt x="1501902" y="367538"/>
                </a:lnTo>
                <a:lnTo>
                  <a:pt x="1537970" y="358711"/>
                </a:lnTo>
                <a:lnTo>
                  <a:pt x="1569034" y="346684"/>
                </a:lnTo>
                <a:lnTo>
                  <a:pt x="1595069" y="331470"/>
                </a:lnTo>
                <a:lnTo>
                  <a:pt x="1616075" y="313055"/>
                </a:lnTo>
                <a:lnTo>
                  <a:pt x="1643646" y="330682"/>
                </a:lnTo>
                <a:lnTo>
                  <a:pt x="1675866" y="344855"/>
                </a:lnTo>
                <a:lnTo>
                  <a:pt x="1712747" y="355587"/>
                </a:lnTo>
                <a:lnTo>
                  <a:pt x="1754251" y="362839"/>
                </a:lnTo>
                <a:lnTo>
                  <a:pt x="1766570" y="321564"/>
                </a:lnTo>
                <a:close/>
              </a:path>
              <a:path w="2466975" h="367664">
                <a:moveTo>
                  <a:pt x="2088388" y="214884"/>
                </a:moveTo>
                <a:lnTo>
                  <a:pt x="2072678" y="161925"/>
                </a:lnTo>
                <a:lnTo>
                  <a:pt x="2030374" y="127876"/>
                </a:lnTo>
                <a:lnTo>
                  <a:pt x="1991741" y="121412"/>
                </a:lnTo>
                <a:lnTo>
                  <a:pt x="1970786" y="122301"/>
                </a:lnTo>
                <a:lnTo>
                  <a:pt x="1949284" y="124955"/>
                </a:lnTo>
                <a:lnTo>
                  <a:pt x="1927263" y="129400"/>
                </a:lnTo>
                <a:lnTo>
                  <a:pt x="1904746" y="135636"/>
                </a:lnTo>
                <a:lnTo>
                  <a:pt x="1811147" y="164973"/>
                </a:lnTo>
                <a:lnTo>
                  <a:pt x="1829054" y="204089"/>
                </a:lnTo>
                <a:lnTo>
                  <a:pt x="1855216" y="194208"/>
                </a:lnTo>
                <a:lnTo>
                  <a:pt x="1879434" y="185331"/>
                </a:lnTo>
                <a:lnTo>
                  <a:pt x="1901698" y="177444"/>
                </a:lnTo>
                <a:lnTo>
                  <a:pt x="1922018" y="170561"/>
                </a:lnTo>
                <a:lnTo>
                  <a:pt x="1939658" y="165468"/>
                </a:lnTo>
                <a:lnTo>
                  <a:pt x="1955939" y="161925"/>
                </a:lnTo>
                <a:lnTo>
                  <a:pt x="1955685" y="161925"/>
                </a:lnTo>
                <a:lnTo>
                  <a:pt x="1972233" y="159613"/>
                </a:lnTo>
                <a:lnTo>
                  <a:pt x="1987169" y="158877"/>
                </a:lnTo>
                <a:lnTo>
                  <a:pt x="2001367" y="159613"/>
                </a:lnTo>
                <a:lnTo>
                  <a:pt x="2000758" y="159613"/>
                </a:lnTo>
                <a:lnTo>
                  <a:pt x="2011654" y="161658"/>
                </a:lnTo>
                <a:lnTo>
                  <a:pt x="2042617" y="191477"/>
                </a:lnTo>
                <a:lnTo>
                  <a:pt x="2047748" y="214884"/>
                </a:lnTo>
                <a:lnTo>
                  <a:pt x="2046757" y="229793"/>
                </a:lnTo>
                <a:lnTo>
                  <a:pt x="2012467" y="275805"/>
                </a:lnTo>
                <a:lnTo>
                  <a:pt x="1947176" y="291757"/>
                </a:lnTo>
                <a:lnTo>
                  <a:pt x="1901444" y="294386"/>
                </a:lnTo>
                <a:lnTo>
                  <a:pt x="1915414" y="334772"/>
                </a:lnTo>
                <a:lnTo>
                  <a:pt x="1964029" y="330733"/>
                </a:lnTo>
                <a:lnTo>
                  <a:pt x="2004949" y="321627"/>
                </a:lnTo>
                <a:lnTo>
                  <a:pt x="2063623" y="288290"/>
                </a:lnTo>
                <a:lnTo>
                  <a:pt x="2086838" y="237756"/>
                </a:lnTo>
                <a:lnTo>
                  <a:pt x="2088388" y="214884"/>
                </a:lnTo>
                <a:close/>
              </a:path>
              <a:path w="2466975" h="367664">
                <a:moveTo>
                  <a:pt x="2466848" y="85725"/>
                </a:moveTo>
                <a:lnTo>
                  <a:pt x="2459977" y="40386"/>
                </a:lnTo>
                <a:lnTo>
                  <a:pt x="2406980" y="49326"/>
                </a:lnTo>
                <a:lnTo>
                  <a:pt x="2354148" y="57315"/>
                </a:lnTo>
                <a:lnTo>
                  <a:pt x="2301468" y="64363"/>
                </a:lnTo>
                <a:lnTo>
                  <a:pt x="2248954" y="70459"/>
                </a:lnTo>
                <a:lnTo>
                  <a:pt x="2196592" y="75590"/>
                </a:lnTo>
                <a:lnTo>
                  <a:pt x="2144395" y="79756"/>
                </a:lnTo>
                <a:lnTo>
                  <a:pt x="2155063" y="123063"/>
                </a:lnTo>
                <a:lnTo>
                  <a:pt x="2268575" y="106781"/>
                </a:lnTo>
                <a:lnTo>
                  <a:pt x="2303272" y="101346"/>
                </a:lnTo>
                <a:lnTo>
                  <a:pt x="2278024" y="121805"/>
                </a:lnTo>
                <a:lnTo>
                  <a:pt x="2260003" y="147002"/>
                </a:lnTo>
                <a:lnTo>
                  <a:pt x="2249208" y="176974"/>
                </a:lnTo>
                <a:lnTo>
                  <a:pt x="2245614" y="211709"/>
                </a:lnTo>
                <a:lnTo>
                  <a:pt x="2247938" y="237451"/>
                </a:lnTo>
                <a:lnTo>
                  <a:pt x="2266505" y="282790"/>
                </a:lnTo>
                <a:lnTo>
                  <a:pt x="2305024" y="318871"/>
                </a:lnTo>
                <a:lnTo>
                  <a:pt x="2372220" y="339775"/>
                </a:lnTo>
                <a:lnTo>
                  <a:pt x="2417051" y="344170"/>
                </a:lnTo>
                <a:lnTo>
                  <a:pt x="2430983" y="302387"/>
                </a:lnTo>
                <a:lnTo>
                  <a:pt x="2432621" y="302387"/>
                </a:lnTo>
                <a:lnTo>
                  <a:pt x="2389365" y="298958"/>
                </a:lnTo>
                <a:lnTo>
                  <a:pt x="2328697" y="282194"/>
                </a:lnTo>
                <a:lnTo>
                  <a:pt x="2300173" y="256806"/>
                </a:lnTo>
                <a:lnTo>
                  <a:pt x="2288019" y="211709"/>
                </a:lnTo>
                <a:lnTo>
                  <a:pt x="2287905" y="210185"/>
                </a:lnTo>
                <a:lnTo>
                  <a:pt x="2289645" y="188849"/>
                </a:lnTo>
                <a:lnTo>
                  <a:pt x="2303653" y="152463"/>
                </a:lnTo>
                <a:lnTo>
                  <a:pt x="2330691" y="124015"/>
                </a:lnTo>
                <a:lnTo>
                  <a:pt x="2366695" y="101346"/>
                </a:lnTo>
                <a:lnTo>
                  <a:pt x="2378075" y="96393"/>
                </a:lnTo>
                <a:lnTo>
                  <a:pt x="2395042" y="91732"/>
                </a:lnTo>
                <a:lnTo>
                  <a:pt x="2415502" y="88392"/>
                </a:lnTo>
                <a:lnTo>
                  <a:pt x="2439428" y="86398"/>
                </a:lnTo>
                <a:lnTo>
                  <a:pt x="2466848" y="857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9968" y="2864739"/>
            <a:ext cx="2810382" cy="36906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3895" y="109220"/>
            <a:ext cx="9579504" cy="13684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9632" y="378714"/>
            <a:ext cx="169545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8072" y="1645920"/>
            <a:ext cx="4675505" cy="3575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756909" y="7128986"/>
            <a:ext cx="2413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8100" y="1952625"/>
            <a:ext cx="780034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ja-JP" altLang="en-US" sz="4000" b="1" spc="-35" dirty="0">
                <a:latin typeface="MS PGothic"/>
                <a:cs typeface="MS PGothic"/>
              </a:rPr>
              <a:t>第２回　</a:t>
            </a:r>
            <a:r>
              <a:rPr sz="4000" b="1" dirty="0">
                <a:latin typeface="MS PGothic"/>
                <a:cs typeface="MS PGothic"/>
              </a:rPr>
              <a:t>Raspberry</a:t>
            </a:r>
            <a:r>
              <a:rPr sz="4000" b="1" spc="10" dirty="0">
                <a:latin typeface="MS PGothic"/>
                <a:cs typeface="MS PGothic"/>
              </a:rPr>
              <a:t> </a:t>
            </a:r>
            <a:r>
              <a:rPr sz="4000" b="1" dirty="0">
                <a:latin typeface="MS PGothic"/>
                <a:cs typeface="MS PGothic"/>
              </a:rPr>
              <a:t>Pi</a:t>
            </a:r>
            <a:r>
              <a:rPr sz="4000" b="1" spc="55" dirty="0">
                <a:latin typeface="MS PGothic"/>
                <a:cs typeface="MS PGothic"/>
              </a:rPr>
              <a:t> </a:t>
            </a:r>
            <a:r>
              <a:rPr sz="4000" b="1" spc="-10" dirty="0">
                <a:latin typeface="MS PGothic"/>
                <a:cs typeface="MS PGothic"/>
              </a:rPr>
              <a:t>Pico</a:t>
            </a:r>
            <a:r>
              <a:rPr lang="en-US" sz="4000" b="1" spc="-10" dirty="0">
                <a:latin typeface="MS PGothic"/>
                <a:cs typeface="MS PGothic"/>
              </a:rPr>
              <a:t> </a:t>
            </a:r>
            <a:r>
              <a:rPr sz="4000" b="1" spc="-10" dirty="0">
                <a:latin typeface="MS PGothic"/>
                <a:cs typeface="MS PGothic"/>
              </a:rPr>
              <a:t>W</a:t>
            </a:r>
            <a:r>
              <a:rPr lang="ja-JP" altLang="en-US" sz="4000" b="1" spc="-10" dirty="0">
                <a:latin typeface="MS PGothic"/>
                <a:cs typeface="MS PGothic"/>
              </a:rPr>
              <a:t>　講座</a:t>
            </a:r>
            <a:endParaRPr sz="4000" dirty="0">
              <a:latin typeface="MS PGothic"/>
              <a:cs typeface="MS PGothic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E6C95FF-1C1D-20FB-C79A-BDD982DB7DDB}"/>
              </a:ext>
            </a:extLst>
          </p:cNvPr>
          <p:cNvSpPr txBox="1"/>
          <p:nvPr/>
        </p:nvSpPr>
        <p:spPr>
          <a:xfrm>
            <a:off x="2298700" y="2867025"/>
            <a:ext cx="5715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ja-JP" altLang="en-US" sz="2800" b="1" dirty="0"/>
              <a:t>センサーで環境を見える化しよう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1260" y="1440686"/>
            <a:ext cx="8450580" cy="36618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3200" dirty="0">
                <a:latin typeface="MS PGothic"/>
                <a:cs typeface="MS PGothic"/>
              </a:rPr>
              <a:t>　今日できること</a:t>
            </a:r>
            <a:endParaRPr lang="en-US" altLang="ja-JP" sz="3200" dirty="0">
              <a:latin typeface="MS PGothic"/>
              <a:cs typeface="MS PGothic"/>
            </a:endParaRPr>
          </a:p>
          <a:p>
            <a:pPr marL="12700" lvl="1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3200" dirty="0">
                <a:solidFill>
                  <a:schemeClr val="dk1"/>
                </a:solidFill>
              </a:rPr>
              <a:t>　・温度が測れる</a:t>
            </a:r>
            <a:endParaRPr lang="en-US" altLang="ja-JP" sz="3200" dirty="0">
              <a:solidFill>
                <a:schemeClr val="dk1"/>
              </a:solidFill>
            </a:endParaRPr>
          </a:p>
          <a:p>
            <a:pPr marL="12700" lvl="1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3200" dirty="0">
                <a:solidFill>
                  <a:schemeClr val="dk1"/>
                </a:solidFill>
              </a:rPr>
              <a:t>　・湿度が測れる</a:t>
            </a:r>
            <a:endParaRPr lang="en-US" altLang="ja-JP" sz="3200" dirty="0">
              <a:solidFill>
                <a:schemeClr val="dk1"/>
              </a:solidFill>
            </a:endParaRPr>
          </a:p>
          <a:p>
            <a:pPr marL="12700" lvl="1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3200" dirty="0">
                <a:solidFill>
                  <a:schemeClr val="dk1"/>
                </a:solidFill>
              </a:rPr>
              <a:t>　・気圧が測れる</a:t>
            </a:r>
            <a:endParaRPr lang="en-US" altLang="ja-JP" sz="3200" dirty="0">
              <a:solidFill>
                <a:schemeClr val="dk1"/>
              </a:solidFill>
            </a:endParaRPr>
          </a:p>
          <a:p>
            <a:pPr marL="12700" lvl="1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3200" b="1" dirty="0"/>
              <a:t>「見えないものが見える」</a:t>
            </a:r>
            <a:endParaRPr lang="ja-JP" altLang="en-US" sz="320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FC2B1752-12D3-2DDE-5838-BE5809E8D74A}"/>
              </a:ext>
            </a:extLst>
          </p:cNvPr>
          <p:cNvSpPr txBox="1"/>
          <p:nvPr/>
        </p:nvSpPr>
        <p:spPr>
          <a:xfrm>
            <a:off x="1191260" y="379348"/>
            <a:ext cx="56794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b="1" dirty="0"/>
              <a:t>今日できること</a:t>
            </a:r>
            <a:endParaRPr sz="3200" dirty="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18FFC-1339-C311-760E-72F87F86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BBCFAD-9056-E2BD-23FD-F45EEE2377FD}"/>
              </a:ext>
            </a:extLst>
          </p:cNvPr>
          <p:cNvSpPr txBox="1"/>
          <p:nvPr/>
        </p:nvSpPr>
        <p:spPr>
          <a:xfrm>
            <a:off x="1117176" y="1038225"/>
            <a:ext cx="9411123" cy="361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3200" b="1" dirty="0"/>
              <a:t>BME280</a:t>
            </a:r>
            <a:r>
              <a:rPr lang="ja-JP" altLang="en-US" sz="3200" b="1" dirty="0"/>
              <a:t>基板</a:t>
            </a:r>
            <a:endParaRPr lang="en-US" altLang="ja-JP" sz="3200" b="1" dirty="0"/>
          </a:p>
          <a:p>
            <a:pPr marL="12700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tabLst>
                <a:tab pos="441325" algn="l"/>
              </a:tabLst>
            </a:pPr>
            <a:r>
              <a:rPr lang="ja-JP" altLang="en-US" sz="3200" dirty="0">
                <a:latin typeface="MS PGothic"/>
              </a:rPr>
              <a:t>　　</a:t>
            </a:r>
            <a:r>
              <a:rPr lang="ja-JP" altLang="en-US" sz="3200" dirty="0"/>
              <a:t>ドイツの</a:t>
            </a:r>
            <a:r>
              <a:rPr lang="en-US" altLang="ja-JP" sz="3200" dirty="0"/>
              <a:t>Bosch</a:t>
            </a:r>
            <a:r>
              <a:rPr lang="ja-JP" altLang="en-US" sz="3200" dirty="0"/>
              <a:t>が開発した環境センサーです</a:t>
            </a:r>
            <a:br>
              <a:rPr lang="ja-JP" altLang="en-US" sz="3200" dirty="0"/>
            </a:br>
            <a:r>
              <a:rPr lang="ja-JP" altLang="en-US" sz="3200" dirty="0"/>
              <a:t>空気の状態（温度・湿度・気圧）を</a:t>
            </a:r>
            <a:br>
              <a:rPr lang="ja-JP" altLang="en-US" sz="3200" dirty="0"/>
            </a:br>
            <a:r>
              <a:rPr lang="ja-JP" altLang="en-US" sz="3200" dirty="0"/>
              <a:t>数値として見える化できます</a:t>
            </a:r>
            <a:endParaRPr lang="en-US" altLang="ja-JP" sz="3200" dirty="0">
              <a:latin typeface="MS PGothic"/>
              <a:cs typeface="MS PGothic"/>
            </a:endParaRPr>
          </a:p>
          <a:p>
            <a:pPr marL="441325" lvl="4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endParaRPr lang="ja-JP" altLang="en-US" sz="3200" dirty="0">
              <a:latin typeface="MS PGothic"/>
              <a:cs typeface="MS P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5EA8AD6-8B40-6E0C-920B-961070A712F2}"/>
              </a:ext>
            </a:extLst>
          </p:cNvPr>
          <p:cNvSpPr txBox="1"/>
          <p:nvPr/>
        </p:nvSpPr>
        <p:spPr>
          <a:xfrm>
            <a:off x="1343660" y="4447544"/>
            <a:ext cx="5374640" cy="20569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">
              <a:lnSpc>
                <a:spcPts val="2580"/>
              </a:lnSpc>
              <a:buClr>
                <a:srgbClr val="375F92"/>
              </a:buClr>
              <a:buSzPct val="135000"/>
              <a:tabLst>
                <a:tab pos="362585" algn="l"/>
              </a:tabLst>
            </a:pPr>
            <a:r>
              <a:rPr lang="ja-JP" altLang="en-US" sz="2000" spc="-20" dirty="0">
                <a:latin typeface="MS PGothic"/>
                <a:cs typeface="MS PGothic"/>
              </a:rPr>
              <a:t>〇　</a:t>
            </a:r>
            <a:r>
              <a:rPr lang="ja-JP" altLang="en-US" sz="2800" spc="-20" dirty="0">
                <a:latin typeface="MS PGothic"/>
                <a:cs typeface="MS PGothic"/>
              </a:rPr>
              <a:t>主な特徴</a:t>
            </a:r>
            <a:endParaRPr sz="280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ja-JP" altLang="en-US" sz="2800" spc="-10" dirty="0">
                <a:latin typeface="MS PGothic"/>
                <a:cs typeface="MS PGothic"/>
              </a:rPr>
              <a:t>高精度センサー</a:t>
            </a:r>
            <a:endParaRPr lang="en-US" altLang="ja-JP" sz="2800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ja-JP" altLang="en-US" sz="2800" spc="-10" dirty="0">
                <a:latin typeface="MS PGothic"/>
                <a:cs typeface="MS PGothic"/>
              </a:rPr>
              <a:t>小型・低消費電力</a:t>
            </a:r>
            <a:endParaRPr lang="en-US" altLang="ja-JP" sz="2800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en-US" altLang="ja-JP" sz="2800" spc="-10" dirty="0">
                <a:latin typeface="MS PGothic"/>
                <a:cs typeface="MS PGothic"/>
              </a:rPr>
              <a:t>I²C / SPI</a:t>
            </a:r>
            <a:r>
              <a:rPr lang="ja-JP" altLang="en-US" sz="2800" spc="-10" dirty="0">
                <a:latin typeface="MS PGothic"/>
                <a:cs typeface="MS PGothic"/>
              </a:rPr>
              <a:t>通信対応</a:t>
            </a:r>
            <a:endParaRPr lang="en-US" altLang="ja-JP" sz="2800" spc="-10" dirty="0">
              <a:latin typeface="MS PGothic"/>
              <a:cs typeface="MS PGothic"/>
            </a:endParaRPr>
          </a:p>
          <a:p>
            <a:pPr marL="469900">
              <a:lnSpc>
                <a:spcPct val="100000"/>
              </a:lnSpc>
            </a:pPr>
            <a:r>
              <a:rPr lang="en-US" altLang="ja-JP" sz="2800" spc="-10" dirty="0">
                <a:latin typeface="MS PGothic"/>
                <a:cs typeface="MS PGothic"/>
              </a:rPr>
              <a:t>Raspberry Pi Pico</a:t>
            </a:r>
            <a:r>
              <a:rPr lang="ja-JP" altLang="en-US" sz="2800" spc="-10" dirty="0">
                <a:latin typeface="MS PGothic"/>
                <a:cs typeface="MS PGothic"/>
              </a:rPr>
              <a:t>と簡単接続</a:t>
            </a:r>
            <a:endParaRPr sz="2800" dirty="0">
              <a:latin typeface="MS PGothic"/>
              <a:cs typeface="MS PGothic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159EFBF-2DDA-6A62-953D-28C2B84A8387}"/>
              </a:ext>
            </a:extLst>
          </p:cNvPr>
          <p:cNvSpPr txBox="1"/>
          <p:nvPr/>
        </p:nvSpPr>
        <p:spPr>
          <a:xfrm>
            <a:off x="1191260" y="379348"/>
            <a:ext cx="567944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3200" b="1" dirty="0"/>
              <a:t>BME280</a:t>
            </a:r>
            <a:r>
              <a:rPr lang="ja-JP" altLang="en-US" sz="3200" b="1" dirty="0"/>
              <a:t>とは</a:t>
            </a:r>
            <a:endParaRPr sz="3200" dirty="0">
              <a:latin typeface="MS PGothic"/>
              <a:cs typeface="MS PGothic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2F98650-939A-691E-8499-49D4381BE8D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CB6F237-ED7B-ABFC-F9B5-E1A9E1084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265" y="2797124"/>
            <a:ext cx="2114659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8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1A84-08DC-1214-1597-C354663E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7" descr="$PPTXTitle">
            <a:extLst>
              <a:ext uri="{FF2B5EF4-FFF2-40B4-BE49-F238E27FC236}">
                <a16:creationId xmlns:a16="http://schemas.microsoft.com/office/drawing/2014/main" id="{E85DF31A-6E50-5F39-CE3A-6C0832A6A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9632" y="361659"/>
            <a:ext cx="676306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spc="-30" dirty="0"/>
              <a:t>何が分かる？</a:t>
            </a:r>
            <a:endParaRPr sz="3200" spc="-3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597F177-76F6-B733-8424-DE42BC0DF187}"/>
              </a:ext>
            </a:extLst>
          </p:cNvPr>
          <p:cNvSpPr txBox="1"/>
          <p:nvPr/>
        </p:nvSpPr>
        <p:spPr>
          <a:xfrm>
            <a:off x="1231900" y="1495425"/>
            <a:ext cx="8305800" cy="57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3200" dirty="0">
                <a:latin typeface="MS PGothic"/>
                <a:cs typeface="MS PGothic"/>
              </a:rPr>
              <a:t>利用検討</a:t>
            </a:r>
          </a:p>
          <a:p>
            <a:pPr marL="469900">
              <a:lnSpc>
                <a:spcPts val="2090"/>
              </a:lnSpc>
            </a:pPr>
            <a:endParaRPr lang="ja-JP" altLang="en-US" sz="3200" dirty="0">
              <a:latin typeface="MS PGothic"/>
              <a:cs typeface="MS PGothic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30B08C-4721-B5ED-55EA-758C37B795E5}"/>
              </a:ext>
            </a:extLst>
          </p:cNvPr>
          <p:cNvSpPr txBox="1"/>
          <p:nvPr/>
        </p:nvSpPr>
        <p:spPr>
          <a:xfrm>
            <a:off x="1765300" y="1789257"/>
            <a:ext cx="75438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ja-JP" altLang="en-US" sz="3200" dirty="0">
                <a:solidFill>
                  <a:schemeClr val="dk1"/>
                </a:solidFill>
              </a:rPr>
              <a:t>温度 → 暑い？寒い？</a:t>
            </a:r>
            <a:br>
              <a:rPr lang="ja-JP" altLang="en-US" sz="3200" dirty="0">
                <a:solidFill>
                  <a:schemeClr val="dk1"/>
                </a:solidFill>
              </a:rPr>
            </a:br>
            <a:r>
              <a:rPr lang="ja-JP" altLang="en-US" sz="3200" dirty="0">
                <a:solidFill>
                  <a:schemeClr val="dk1"/>
                </a:solidFill>
              </a:rPr>
              <a:t>湿度 → ジメジメ？</a:t>
            </a:r>
            <a:br>
              <a:rPr lang="ja-JP" altLang="en-US" sz="3200" dirty="0">
                <a:solidFill>
                  <a:schemeClr val="dk1"/>
                </a:solidFill>
              </a:rPr>
            </a:br>
            <a:r>
              <a:rPr lang="ja-JP" altLang="en-US" sz="3200" dirty="0">
                <a:solidFill>
                  <a:schemeClr val="dk1"/>
                </a:solidFill>
              </a:rPr>
              <a:t>気圧 → 天気の変化、頭痛予報</a:t>
            </a:r>
          </a:p>
          <a:p>
            <a:r>
              <a:rPr lang="ja-JP" altLang="en-US" sz="3200" dirty="0"/>
              <a:t>👉 実はこれで天気予測もできる</a:t>
            </a:r>
          </a:p>
          <a:p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7AAE508-50DC-C26B-6EC5-F0589A861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300" y="3857625"/>
            <a:ext cx="2882104" cy="241695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0FE44E-07B5-5AA4-6881-6FD7BCA3AB85}"/>
              </a:ext>
            </a:extLst>
          </p:cNvPr>
          <p:cNvSpPr txBox="1"/>
          <p:nvPr/>
        </p:nvSpPr>
        <p:spPr>
          <a:xfrm>
            <a:off x="4842933" y="6309225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/>
            <a:r>
              <a:rPr lang="ja-JP" altLang="en-US" b="1" dirty="0"/>
              <a:t>頭痛ーる</a:t>
            </a:r>
          </a:p>
        </p:txBody>
      </p:sp>
    </p:spTree>
    <p:extLst>
      <p:ext uri="{BB962C8B-B14F-4D97-AF65-F5344CB8AC3E}">
        <p14:creationId xmlns:p14="http://schemas.microsoft.com/office/powerpoint/2010/main" val="524863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D70F-052C-0717-7E15-12A7FC84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D5A766DE-3A45-FEF0-EFA4-F97D19AB0537}"/>
              </a:ext>
            </a:extLst>
          </p:cNvPr>
          <p:cNvSpPr txBox="1"/>
          <p:nvPr/>
        </p:nvSpPr>
        <p:spPr>
          <a:xfrm>
            <a:off x="1155700" y="287222"/>
            <a:ext cx="620141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3200" b="1" spc="-10" dirty="0">
                <a:latin typeface="MS PGothic"/>
                <a:cs typeface="MS PGothic"/>
              </a:rPr>
              <a:t>I2C</a:t>
            </a:r>
            <a:r>
              <a:rPr lang="ja-JP" altLang="en-US" sz="3200" b="1" spc="-10" dirty="0">
                <a:latin typeface="MS PGothic"/>
                <a:cs typeface="MS PGothic"/>
              </a:rPr>
              <a:t>通信とは</a:t>
            </a:r>
            <a:endParaRPr sz="3200" dirty="0">
              <a:latin typeface="MS PGothic"/>
              <a:cs typeface="MS PGothic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2D95F4B-07FE-2287-6EB8-688FF7FEFBFB}"/>
              </a:ext>
            </a:extLst>
          </p:cNvPr>
          <p:cNvSpPr txBox="1"/>
          <p:nvPr/>
        </p:nvSpPr>
        <p:spPr>
          <a:xfrm>
            <a:off x="1191260" y="1359154"/>
            <a:ext cx="8450580" cy="307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3200" dirty="0">
                <a:latin typeface="MS PGothic"/>
                <a:cs typeface="MS PGothic"/>
              </a:rPr>
              <a:t>I2C</a:t>
            </a:r>
            <a:r>
              <a:rPr lang="ja-JP" altLang="en-US" sz="3200" dirty="0">
                <a:latin typeface="MS PGothic"/>
                <a:cs typeface="MS PGothic"/>
              </a:rPr>
              <a:t>通信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375D03-435D-C5F8-39E4-84D26C78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562" y="4854148"/>
            <a:ext cx="3581400" cy="198808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8CD240-92B6-ED7B-D7C8-1688382719E1}"/>
              </a:ext>
            </a:extLst>
          </p:cNvPr>
          <p:cNvSpPr txBox="1"/>
          <p:nvPr/>
        </p:nvSpPr>
        <p:spPr>
          <a:xfrm>
            <a:off x="1612900" y="1839843"/>
            <a:ext cx="80289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600" dirty="0"/>
              <a:t>フィリップス社が開発したシリアルバス通信規格です。主に組み込みシステムやマザーボード上の低速周辺機器接続に使われます。「（</a:t>
            </a:r>
            <a:r>
              <a:rPr lang="en-US" altLang="ja-JP" sz="2600" dirty="0"/>
              <a:t>SCL</a:t>
            </a:r>
            <a:r>
              <a:rPr lang="ja-JP" altLang="en-US" sz="2600" dirty="0"/>
              <a:t>）」と「データ（</a:t>
            </a:r>
            <a:r>
              <a:rPr lang="en-US" altLang="ja-JP" sz="2600" dirty="0"/>
              <a:t>SDA</a:t>
            </a:r>
            <a:r>
              <a:rPr lang="ja-JP" altLang="en-US" sz="2600" dirty="0"/>
              <a:t>）」の２本信号でデータを送るシリアル通信です。マスター、スレーブの役割があります。</a:t>
            </a:r>
            <a:endParaRPr lang="en-US" altLang="ja-JP" sz="2600" dirty="0"/>
          </a:p>
          <a:p>
            <a:r>
              <a:rPr lang="ja-JP" altLang="en-US" sz="2600" dirty="0"/>
              <a:t>　マスタ：通信のリーダー</a:t>
            </a:r>
            <a:endParaRPr lang="en-US" altLang="ja-JP" sz="2600" dirty="0"/>
          </a:p>
          <a:p>
            <a:r>
              <a:rPr lang="ja-JP" altLang="en-US" sz="2600" dirty="0"/>
              <a:t>　スレーブ：指示される側です。</a:t>
            </a:r>
            <a:endParaRPr kumimoji="1" lang="ja-JP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751938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7" descr="$PPTXTitle">
            <a:extLst>
              <a:ext uri="{FF2B5EF4-FFF2-40B4-BE49-F238E27FC236}">
                <a16:creationId xmlns:a16="http://schemas.microsoft.com/office/drawing/2014/main" id="{A691433D-BBCA-CCBC-7698-2C840479EF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3994" y="227410"/>
            <a:ext cx="676306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spc="-30" dirty="0"/>
              <a:t>配線作業</a:t>
            </a:r>
            <a:endParaRPr sz="3200" spc="-3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268F064-F46A-1B7F-5043-56C15D1C29FF}"/>
              </a:ext>
            </a:extLst>
          </p:cNvPr>
          <p:cNvSpPr txBox="1"/>
          <p:nvPr/>
        </p:nvSpPr>
        <p:spPr>
          <a:xfrm>
            <a:off x="1155700" y="1037815"/>
            <a:ext cx="9032240" cy="2500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3200" dirty="0">
                <a:latin typeface="MS PGothic"/>
                <a:cs typeface="MS PGothic"/>
              </a:rPr>
              <a:t>接続作業</a:t>
            </a:r>
          </a:p>
          <a:p>
            <a:pPr marL="469900">
              <a:lnSpc>
                <a:spcPct val="150000"/>
              </a:lnSpc>
            </a:pPr>
            <a:r>
              <a:rPr lang="en-US" altLang="ja-JP" sz="3200" dirty="0">
                <a:solidFill>
                  <a:srgbClr val="374151"/>
                </a:solidFill>
                <a:latin typeface="Calibri"/>
                <a:cs typeface="Calibri"/>
              </a:rPr>
              <a:t>BME280</a:t>
            </a:r>
            <a:r>
              <a:rPr lang="ja-JP" altLang="en-US" sz="3200" dirty="0">
                <a:solidFill>
                  <a:srgbClr val="374151"/>
                </a:solidFill>
                <a:latin typeface="Calibri"/>
                <a:cs typeface="Calibri"/>
              </a:rPr>
              <a:t>基板と</a:t>
            </a:r>
            <a:r>
              <a:rPr lang="en-US" altLang="ja-JP" sz="3200" dirty="0"/>
              <a:t>Raspberry Pi Pico W</a:t>
            </a:r>
            <a:r>
              <a:rPr lang="ja-JP" altLang="en-US" sz="3200" dirty="0"/>
              <a:t>をジャンパーワイヤで接続します。</a:t>
            </a:r>
            <a:endParaRPr lang="en-US" altLang="ja-JP" sz="3200" dirty="0"/>
          </a:p>
          <a:p>
            <a:pPr marL="469900">
              <a:lnSpc>
                <a:spcPts val="2090"/>
              </a:lnSpc>
            </a:pPr>
            <a:endParaRPr lang="ja-JP" altLang="en-US" sz="3200" dirty="0">
              <a:latin typeface="MS PGothic"/>
              <a:cs typeface="MS PGothic"/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8EF0E913-5A1E-AD04-D98B-AFB5A71CD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007487"/>
              </p:ext>
            </p:extLst>
          </p:nvPr>
        </p:nvGraphicFramePr>
        <p:xfrm>
          <a:off x="1183770" y="3386678"/>
          <a:ext cx="560177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658">
                  <a:extLst>
                    <a:ext uri="{9D8B030D-6E8A-4147-A177-3AD203B41FA5}">
                      <a16:colId xmlns:a16="http://schemas.microsoft.com/office/drawing/2014/main" val="3681921244"/>
                    </a:ext>
                  </a:extLst>
                </a:gridCol>
                <a:gridCol w="1040329">
                  <a:extLst>
                    <a:ext uri="{9D8B030D-6E8A-4147-A177-3AD203B41FA5}">
                      <a16:colId xmlns:a16="http://schemas.microsoft.com/office/drawing/2014/main" val="1739301876"/>
                    </a:ext>
                  </a:extLst>
                </a:gridCol>
                <a:gridCol w="1440456">
                  <a:extLst>
                    <a:ext uri="{9D8B030D-6E8A-4147-A177-3AD203B41FA5}">
                      <a16:colId xmlns:a16="http://schemas.microsoft.com/office/drawing/2014/main" val="3841855105"/>
                    </a:ext>
                  </a:extLst>
                </a:gridCol>
                <a:gridCol w="1040329">
                  <a:extLst>
                    <a:ext uri="{9D8B030D-6E8A-4147-A177-3AD203B41FA5}">
                      <a16:colId xmlns:a16="http://schemas.microsoft.com/office/drawing/2014/main" val="2845496016"/>
                    </a:ext>
                  </a:extLst>
                </a:gridCol>
              </a:tblGrid>
              <a:tr h="346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Raspberry Pi </a:t>
                      </a:r>
                      <a:r>
                        <a:rPr lang="en-US" sz="2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PiCO</a:t>
                      </a:r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 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ピン番号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BME280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ja-JP" altLang="en-US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ピン番号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34710306"/>
                  </a:ext>
                </a:extLst>
              </a:tr>
              <a:tr h="346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3V3(OUT)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36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VDD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2844327"/>
                  </a:ext>
                </a:extLst>
              </a:tr>
              <a:tr h="346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I2C0 SDA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SDA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41206179"/>
                  </a:ext>
                </a:extLst>
              </a:tr>
              <a:tr h="346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I2C0 SCL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SCL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6792308"/>
                  </a:ext>
                </a:extLst>
              </a:tr>
              <a:tr h="346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GND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13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GND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9327357"/>
                  </a:ext>
                </a:extLst>
              </a:tr>
              <a:tr h="3228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GND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SDO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ja-JP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Yu Gothic" panose="020B0400000000000000" pitchFamily="50" charset="-128"/>
                          <a:ea typeface="Yu Gothic" panose="020B0400000000000000" pitchFamily="50" charset="-128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8663145"/>
                  </a:ext>
                </a:extLst>
              </a:tr>
            </a:tbl>
          </a:graphicData>
        </a:graphic>
      </p:graphicFrame>
      <p:pic>
        <p:nvPicPr>
          <p:cNvPr id="2" name="図 1">
            <a:extLst>
              <a:ext uri="{FF2B5EF4-FFF2-40B4-BE49-F238E27FC236}">
                <a16:creationId xmlns:a16="http://schemas.microsoft.com/office/drawing/2014/main" id="{D68A1656-3A1C-4886-871D-817C8604B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961824" y="3386678"/>
            <a:ext cx="3200399" cy="2040346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AD96A119-E75E-7791-FF03-03CBCACE6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661" y="3977610"/>
            <a:ext cx="1932737" cy="799148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124C200-D64D-6A12-382B-4C14627C7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075305" y="4095025"/>
            <a:ext cx="753294" cy="33021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DD74D0-7994-0382-A94C-83E51FD6A6A4}"/>
              </a:ext>
            </a:extLst>
          </p:cNvPr>
          <p:cNvSpPr txBox="1"/>
          <p:nvPr/>
        </p:nvSpPr>
        <p:spPr>
          <a:xfrm>
            <a:off x="7099300" y="2921935"/>
            <a:ext cx="1343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b="1" dirty="0"/>
              <a:t>BME280</a:t>
            </a:r>
            <a:r>
              <a:rPr kumimoji="1" lang="ja-JP" altLang="en-US" sz="800" b="1" dirty="0"/>
              <a:t>基板　ピン番号</a:t>
            </a:r>
            <a:endParaRPr kumimoji="1" lang="en-US" altLang="ja-JP" sz="800" b="1" dirty="0"/>
          </a:p>
          <a:p>
            <a:r>
              <a:rPr kumimoji="1" lang="en-US" altLang="ja-JP" sz="800" b="1" dirty="0"/>
              <a:t>6,5,4,3,2,1</a:t>
            </a:r>
            <a:endParaRPr kumimoji="1" lang="ja-JP" altLang="en-US" sz="800" b="1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49EC387-BD74-02D7-E3FB-085C6D527E10}"/>
              </a:ext>
            </a:extLst>
          </p:cNvPr>
          <p:cNvCxnSpPr>
            <a:cxnSpLocks/>
          </p:cNvCxnSpPr>
          <p:nvPr/>
        </p:nvCxnSpPr>
        <p:spPr>
          <a:xfrm>
            <a:off x="7647624" y="3281668"/>
            <a:ext cx="0" cy="79081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A31CAF6-6755-60CC-E11E-602285CE63BA}"/>
              </a:ext>
            </a:extLst>
          </p:cNvPr>
          <p:cNvCxnSpPr>
            <a:cxnSpLocks/>
          </p:cNvCxnSpPr>
          <p:nvPr/>
        </p:nvCxnSpPr>
        <p:spPr>
          <a:xfrm flipH="1">
            <a:off x="7189588" y="3281668"/>
            <a:ext cx="836" cy="79081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58041E8-936E-1D5F-85A0-45F37E620E35}"/>
              </a:ext>
            </a:extLst>
          </p:cNvPr>
          <p:cNvSpPr txBox="1"/>
          <p:nvPr/>
        </p:nvSpPr>
        <p:spPr>
          <a:xfrm>
            <a:off x="8105661" y="3150055"/>
            <a:ext cx="1956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b="1" dirty="0"/>
              <a:t>20,19,18,                                3,2,1</a:t>
            </a:r>
            <a:endParaRPr kumimoji="1" lang="ja-JP" altLang="en-US" sz="800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52C4E7E-DAA2-7DF1-8A73-F87459D12333}"/>
              </a:ext>
            </a:extLst>
          </p:cNvPr>
          <p:cNvSpPr txBox="1"/>
          <p:nvPr/>
        </p:nvSpPr>
        <p:spPr>
          <a:xfrm>
            <a:off x="8009575" y="5427025"/>
            <a:ext cx="21526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b="1" dirty="0"/>
              <a:t>21,22,23,                            36,37,38,39,40</a:t>
            </a:r>
            <a:endParaRPr kumimoji="1" lang="ja-JP" altLang="en-US" sz="800" b="1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2907AEA-E69B-2DC7-45D4-BFA57F7C0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5175" y="3977610"/>
            <a:ext cx="1648694" cy="122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8">
            <a:extLst>
              <a:ext uri="{FF2B5EF4-FFF2-40B4-BE49-F238E27FC236}">
                <a16:creationId xmlns:a16="http://schemas.microsoft.com/office/drawing/2014/main" id="{410CE6B4-8A97-DC59-6FDA-4D0440E30EAE}"/>
              </a:ext>
            </a:extLst>
          </p:cNvPr>
          <p:cNvSpPr txBox="1"/>
          <p:nvPr/>
        </p:nvSpPr>
        <p:spPr>
          <a:xfrm>
            <a:off x="1171303" y="117088"/>
            <a:ext cx="3108597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b="1" spc="-10" dirty="0">
                <a:latin typeface="MS PGothic"/>
                <a:cs typeface="MS PGothic"/>
              </a:rPr>
              <a:t>基板の通電前チェック</a:t>
            </a:r>
            <a:endParaRPr sz="3200" dirty="0">
              <a:latin typeface="MS PGothic"/>
              <a:cs typeface="MS P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4FC415E-BD86-3539-F4A2-25656DE68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0" y="4064435"/>
            <a:ext cx="3578166" cy="2705926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50FA540-0117-DCEE-ADCA-B8E91E528BC5}"/>
              </a:ext>
            </a:extLst>
          </p:cNvPr>
          <p:cNvSpPr txBox="1"/>
          <p:nvPr/>
        </p:nvSpPr>
        <p:spPr>
          <a:xfrm>
            <a:off x="1191260" y="1359154"/>
            <a:ext cx="8450580" cy="1231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ct val="15000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800" dirty="0">
                <a:latin typeface="MS PGothic"/>
                <a:cs typeface="MS PGothic"/>
              </a:rPr>
              <a:t>テスターで</a:t>
            </a:r>
            <a:r>
              <a:rPr lang="en-US" altLang="ja-JP" sz="2800" dirty="0">
                <a:latin typeface="MS PGothic"/>
                <a:cs typeface="MS PGothic"/>
              </a:rPr>
              <a:t>VCC</a:t>
            </a:r>
            <a:r>
              <a:rPr lang="ja-JP" altLang="en-US" sz="2800" dirty="0">
                <a:latin typeface="MS PGothic"/>
                <a:cs typeface="MS PGothic"/>
              </a:rPr>
              <a:t>と</a:t>
            </a:r>
            <a:r>
              <a:rPr lang="en-US" altLang="ja-JP" sz="2800" dirty="0">
                <a:latin typeface="MS PGothic"/>
                <a:cs typeface="MS PGothic"/>
              </a:rPr>
              <a:t>GND</a:t>
            </a:r>
            <a:r>
              <a:rPr lang="ja-JP" altLang="en-US" sz="2800" dirty="0">
                <a:latin typeface="MS PGothic"/>
                <a:cs typeface="MS PGothic"/>
              </a:rPr>
              <a:t>がショートしていないかの確認</a:t>
            </a:r>
          </a:p>
          <a:p>
            <a:pPr marL="469900">
              <a:lnSpc>
                <a:spcPct val="150000"/>
              </a:lnSpc>
            </a:pPr>
            <a:r>
              <a:rPr lang="ja-JP" altLang="en-US" sz="2800" dirty="0">
                <a:solidFill>
                  <a:srgbClr val="374151"/>
                </a:solidFill>
                <a:latin typeface="Calibri"/>
                <a:cs typeface="Calibri"/>
              </a:rPr>
              <a:t>抵抗値はｘｘｘ</a:t>
            </a:r>
            <a:r>
              <a:rPr lang="en-US" altLang="ja-JP" sz="2800" dirty="0">
                <a:solidFill>
                  <a:srgbClr val="374151"/>
                </a:solidFill>
                <a:latin typeface="Calibri"/>
                <a:cs typeface="Calibri"/>
              </a:rPr>
              <a:t>Ω</a:t>
            </a:r>
            <a:r>
              <a:rPr lang="ja-JP" altLang="en-US" sz="2800" dirty="0">
                <a:solidFill>
                  <a:srgbClr val="374151"/>
                </a:solidFill>
                <a:latin typeface="Calibri"/>
                <a:cs typeface="Calibri"/>
              </a:rPr>
              <a:t>なら</a:t>
            </a:r>
            <a:r>
              <a:rPr lang="en-US" altLang="ja-JP" sz="2800" dirty="0">
                <a:solidFill>
                  <a:srgbClr val="374151"/>
                </a:solidFill>
                <a:latin typeface="Calibri"/>
                <a:cs typeface="Calibri"/>
              </a:rPr>
              <a:t>OK</a:t>
            </a:r>
            <a:r>
              <a:rPr lang="ja-JP" altLang="en-US" sz="2800" dirty="0">
                <a:solidFill>
                  <a:srgbClr val="374151"/>
                </a:solidFill>
                <a:latin typeface="Calibri"/>
                <a:cs typeface="Calibri"/>
              </a:rPr>
              <a:t>です。</a:t>
            </a:r>
            <a:endParaRPr lang="ja-JP" altLang="en-US" sz="2800" dirty="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908401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79500" y="268321"/>
            <a:ext cx="451205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3200" b="1" spc="-20" dirty="0">
                <a:latin typeface="MS PGothic"/>
                <a:cs typeface="MS PGothic"/>
              </a:rPr>
              <a:t>I2C</a:t>
            </a:r>
            <a:r>
              <a:rPr lang="ja-JP" altLang="en-US" sz="3200" b="1" spc="-20" dirty="0">
                <a:latin typeface="MS PGothic"/>
                <a:cs typeface="MS PGothic"/>
              </a:rPr>
              <a:t>スキャン</a:t>
            </a:r>
            <a:endParaRPr sz="3200" dirty="0">
              <a:latin typeface="MS PGothic"/>
              <a:cs typeface="MS P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5700" y="1356931"/>
            <a:ext cx="8450580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000" dirty="0"/>
              <a:t>MODE = "scan" </a:t>
            </a:r>
          </a:p>
          <a:p>
            <a:pPr marL="11430">
              <a:lnSpc>
                <a:spcPts val="2580"/>
              </a:lnSpc>
              <a:buClr>
                <a:srgbClr val="375F92"/>
              </a:buClr>
              <a:buSzPct val="135000"/>
              <a:tabLst>
                <a:tab pos="362585" algn="l"/>
              </a:tabLst>
            </a:pPr>
            <a:r>
              <a:rPr lang="ja-JP" altLang="en-US" sz="2000" spc="-15" dirty="0">
                <a:latin typeface="MS PGothic"/>
                <a:cs typeface="MS PGothic"/>
              </a:rPr>
              <a:t>　　</a:t>
            </a:r>
            <a:r>
              <a:rPr sz="1800" spc="-15" dirty="0">
                <a:latin typeface="MS PGothic"/>
                <a:cs typeface="MS PGothic"/>
              </a:rPr>
              <a:t>「</a:t>
            </a:r>
            <a:r>
              <a:rPr sz="1800" spc="-15" dirty="0" err="1">
                <a:latin typeface="MS PGothic"/>
                <a:cs typeface="MS PGothic"/>
              </a:rPr>
              <a:t>コード資料.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5" dirty="0" err="1">
                <a:latin typeface="MS PGothic"/>
                <a:cs typeface="MS PGothic"/>
              </a:rPr>
              <a:t>」を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25" dirty="0" err="1">
                <a:latin typeface="MS PGothic"/>
                <a:cs typeface="MS PGothic"/>
              </a:rPr>
              <a:t>展開</a:t>
            </a:r>
            <a:r>
              <a:rPr lang="ja-JP" altLang="en-US" sz="1800" spc="-25" dirty="0">
                <a:latin typeface="MS PGothic"/>
                <a:cs typeface="MS PGothic"/>
              </a:rPr>
              <a:t>した</a:t>
            </a:r>
            <a:r>
              <a:rPr lang="en-US" altLang="ja-JP" sz="1800" spc="-25" dirty="0">
                <a:latin typeface="MS PGothic"/>
                <a:cs typeface="MS PGothic"/>
              </a:rPr>
              <a:t>code.py</a:t>
            </a:r>
            <a:r>
              <a:rPr lang="ja-JP" altLang="en-US" sz="1800" spc="-25" dirty="0">
                <a:latin typeface="MS PGothic"/>
                <a:cs typeface="MS PGothic"/>
              </a:rPr>
              <a:t>の</a:t>
            </a:r>
            <a:r>
              <a:rPr lang="en-US" altLang="ja-JP" sz="1800" spc="-25" dirty="0">
                <a:latin typeface="MS PGothic"/>
                <a:cs typeface="MS PGothic"/>
              </a:rPr>
              <a:t>15</a:t>
            </a:r>
            <a:r>
              <a:rPr lang="ja-JP" altLang="en-US" sz="1800" spc="-25" dirty="0">
                <a:latin typeface="MS PGothic"/>
                <a:cs typeface="MS PGothic"/>
              </a:rPr>
              <a:t>行目を</a:t>
            </a:r>
            <a:r>
              <a:rPr lang="en-US" altLang="ja-JP" dirty="0"/>
              <a:t>MODE = "scan" </a:t>
            </a:r>
          </a:p>
          <a:p>
            <a:pPr marL="469900">
              <a:lnSpc>
                <a:spcPts val="2080"/>
              </a:lnSpc>
            </a:pPr>
            <a:r>
              <a:rPr lang="ja-JP" altLang="en-US" sz="1800" spc="-25" dirty="0">
                <a:latin typeface="MS PGothic"/>
                <a:cs typeface="MS PGothic"/>
              </a:rPr>
              <a:t>にします。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8761BC9-7D59-D136-ACCE-249F703F8BC6}"/>
              </a:ext>
            </a:extLst>
          </p:cNvPr>
          <p:cNvSpPr txBox="1"/>
          <p:nvPr/>
        </p:nvSpPr>
        <p:spPr>
          <a:xfrm>
            <a:off x="1265328" y="2397521"/>
            <a:ext cx="8450580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en-US" altLang="ja-JP" sz="2000" dirty="0">
                <a:latin typeface="MS PGothic"/>
                <a:cs typeface="MS PGothic"/>
              </a:rPr>
              <a:t>I2C</a:t>
            </a:r>
            <a:r>
              <a:rPr lang="ja-JP" altLang="en-US" sz="2000" dirty="0">
                <a:latin typeface="MS PGothic"/>
                <a:cs typeface="MS PGothic"/>
              </a:rPr>
              <a:t>スキャンを実行する</a:t>
            </a:r>
          </a:p>
          <a:p>
            <a:pPr marL="469900">
              <a:lnSpc>
                <a:spcPts val="2090"/>
              </a:lnSpc>
            </a:pPr>
            <a:r>
              <a:rPr lang="en-US" altLang="ja-JP" dirty="0"/>
              <a:t>Raspberry Pi Pico W</a:t>
            </a:r>
            <a:r>
              <a:rPr lang="ja-JP" altLang="en-US" dirty="0"/>
              <a:t>が</a:t>
            </a:r>
            <a:r>
              <a:rPr lang="en-US" altLang="ja-JP" sz="1800" dirty="0">
                <a:solidFill>
                  <a:srgbClr val="374151"/>
                </a:solidFill>
                <a:latin typeface="Calibri"/>
                <a:cs typeface="Calibri"/>
              </a:rPr>
              <a:t>BME280</a:t>
            </a:r>
            <a:r>
              <a:rPr lang="ja-JP" altLang="en-US" sz="1800" dirty="0">
                <a:solidFill>
                  <a:srgbClr val="374151"/>
                </a:solidFill>
                <a:latin typeface="Calibri"/>
                <a:cs typeface="Calibri"/>
              </a:rPr>
              <a:t>と</a:t>
            </a:r>
            <a:r>
              <a:rPr lang="en-US" altLang="ja-JP" dirty="0"/>
              <a:t>I²C</a:t>
            </a:r>
            <a:r>
              <a:rPr lang="ja-JP" altLang="en-US" dirty="0"/>
              <a:t>通信を確認。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04953C9-8C77-3617-FBBA-CCD24F6607B6}"/>
              </a:ext>
            </a:extLst>
          </p:cNvPr>
          <p:cNvSpPr txBox="1"/>
          <p:nvPr/>
        </p:nvSpPr>
        <p:spPr>
          <a:xfrm>
            <a:off x="1265328" y="3248025"/>
            <a:ext cx="7068184" cy="16799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000" dirty="0"/>
              <a:t>Raspberry Pi Pico W</a:t>
            </a:r>
            <a:endParaRPr sz="20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en-US" altLang="ja-JP" sz="1800" spc="-15" dirty="0">
                <a:latin typeface="MS PGothic"/>
                <a:cs typeface="MS PGothic"/>
              </a:rPr>
              <a:t>I2P</a:t>
            </a:r>
            <a:r>
              <a:rPr lang="ja-JP" altLang="en-US" spc="-15" dirty="0">
                <a:latin typeface="MS PGothic"/>
                <a:cs typeface="MS PGothic"/>
              </a:rPr>
              <a:t>インターフェイスで７６</a:t>
            </a:r>
            <a:r>
              <a:rPr lang="en-US" altLang="ja-JP" spc="-15" dirty="0">
                <a:latin typeface="MS PGothic"/>
                <a:cs typeface="MS PGothic"/>
              </a:rPr>
              <a:t>H</a:t>
            </a:r>
            <a:r>
              <a:rPr lang="ja-JP" altLang="en-US" spc="-15" dirty="0">
                <a:latin typeface="MS PGothic"/>
                <a:cs typeface="MS PGothic"/>
              </a:rPr>
              <a:t>がある場合、</a:t>
            </a:r>
            <a:endParaRPr lang="en-US" altLang="ja-JP" spc="-15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en-US" altLang="ja-JP" sz="1800" dirty="0">
                <a:latin typeface="MS PGothic"/>
                <a:cs typeface="MS PGothic"/>
              </a:rPr>
              <a:t>T</a:t>
            </a:r>
            <a:r>
              <a:rPr lang="ja-JP" altLang="en-US" sz="1800" dirty="0">
                <a:latin typeface="MS PGothic"/>
                <a:cs typeface="MS PGothic"/>
              </a:rPr>
              <a:t>ｈ</a:t>
            </a:r>
            <a:r>
              <a:rPr lang="en-US" altLang="ja-JP" sz="1800" dirty="0" err="1">
                <a:latin typeface="MS PGothic"/>
                <a:cs typeface="MS PGothic"/>
              </a:rPr>
              <a:t>onny</a:t>
            </a:r>
            <a:r>
              <a:rPr lang="ja-JP" altLang="en-US" sz="1800" dirty="0">
                <a:latin typeface="MS PGothic"/>
                <a:cs typeface="MS PGothic"/>
              </a:rPr>
              <a:t>に結果の表示がされます。</a:t>
            </a:r>
            <a:endParaRPr lang="en-US" altLang="ja-JP" sz="1800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r>
              <a:rPr lang="en-US" altLang="ja-JP" dirty="0"/>
              <a:t>OK : BME280</a:t>
            </a:r>
            <a:r>
              <a:rPr lang="ja-JP" altLang="en-US" dirty="0"/>
              <a:t>センサー検出</a:t>
            </a:r>
            <a:br>
              <a:rPr lang="en-US" altLang="ja-JP" dirty="0"/>
            </a:br>
            <a:r>
              <a:rPr lang="ja-JP" altLang="en-US" dirty="0"/>
              <a:t>アドレス </a:t>
            </a:r>
            <a:r>
              <a:rPr lang="en-US" altLang="ja-JP" dirty="0"/>
              <a:t>= 0x76</a:t>
            </a:r>
            <a:endParaRPr lang="en-US" spc="-15" dirty="0">
              <a:latin typeface="MS PGothic"/>
              <a:cs typeface="MS PGothic"/>
            </a:endParaRPr>
          </a:p>
          <a:p>
            <a:pPr marL="469900">
              <a:lnSpc>
                <a:spcPts val="2080"/>
              </a:lnSpc>
            </a:pPr>
            <a:endParaRPr sz="1800" dirty="0">
              <a:latin typeface="MS PGothic"/>
              <a:cs typeface="MS PGothic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B961D0E-E1EA-30F3-F798-7074CBEBC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4924425"/>
            <a:ext cx="2514600" cy="1019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E957-9C65-2025-0F57-88FEA0BB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53916D73-1056-9B95-585F-0700EE235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2854621"/>
            <a:ext cx="2883729" cy="3619857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BD055F97-6DBE-39E1-A581-DB895E103461}"/>
              </a:ext>
            </a:extLst>
          </p:cNvPr>
          <p:cNvSpPr txBox="1"/>
          <p:nvPr/>
        </p:nvSpPr>
        <p:spPr>
          <a:xfrm>
            <a:off x="1155700" y="200025"/>
            <a:ext cx="9220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ja-JP" sz="3200" dirty="0">
                <a:latin typeface="MS PGothic"/>
                <a:cs typeface="MS PGothic"/>
              </a:rPr>
              <a:t>BMP280</a:t>
            </a:r>
            <a:r>
              <a:rPr lang="ja-JP" altLang="en-US" sz="3200" dirty="0">
                <a:latin typeface="MS PGothic"/>
                <a:cs typeface="MS PGothic"/>
              </a:rPr>
              <a:t>温度、湿度、気圧の測定</a:t>
            </a:r>
            <a:endParaRPr sz="3200" dirty="0">
              <a:latin typeface="MS PGothic"/>
              <a:cs typeface="MS PGothic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9DF7504-2A66-58C9-5EAA-81B7E9174FA9}"/>
              </a:ext>
            </a:extLst>
          </p:cNvPr>
          <p:cNvSpPr txBox="1"/>
          <p:nvPr/>
        </p:nvSpPr>
        <p:spPr>
          <a:xfrm>
            <a:off x="1261533" y="2940331"/>
            <a:ext cx="5638800" cy="577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1325" indent="-428625">
              <a:lnSpc>
                <a:spcPts val="2330"/>
              </a:lnSpc>
              <a:spcBef>
                <a:spcPts val="100"/>
              </a:spcBef>
              <a:buClr>
                <a:srgbClr val="375F92"/>
              </a:buClr>
              <a:buSzPct val="140000"/>
              <a:buFont typeface="Wingdings"/>
              <a:buChar char=""/>
              <a:tabLst>
                <a:tab pos="441325" algn="l"/>
              </a:tabLst>
            </a:pPr>
            <a:r>
              <a:rPr lang="ja-JP" altLang="en-US" sz="2000" dirty="0">
                <a:latin typeface="MS PGothic"/>
                <a:cs typeface="MS PGothic"/>
              </a:rPr>
              <a:t>計測実行結果</a:t>
            </a:r>
          </a:p>
          <a:p>
            <a:pPr marL="469900">
              <a:lnSpc>
                <a:spcPts val="2090"/>
              </a:lnSpc>
            </a:pPr>
            <a:r>
              <a:rPr lang="ja-JP" altLang="en-US" dirty="0"/>
              <a:t>温度、気圧、湿度が表示されます。</a:t>
            </a:r>
            <a:endParaRPr lang="ja-JP" altLang="en-US" sz="1800" dirty="0">
              <a:latin typeface="MS PGothic"/>
              <a:cs typeface="MS PGothic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44B7C54-8ADC-7C67-67A6-4D514F574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0" y="4232794"/>
            <a:ext cx="2382956" cy="1295400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3189CC60-F61D-30F2-E4FF-2EE284E4C73B}"/>
              </a:ext>
            </a:extLst>
          </p:cNvPr>
          <p:cNvSpPr txBox="1"/>
          <p:nvPr/>
        </p:nvSpPr>
        <p:spPr>
          <a:xfrm>
            <a:off x="1231900" y="1558100"/>
            <a:ext cx="8839200" cy="634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000" dirty="0"/>
              <a:t>MODE = </a:t>
            </a:r>
            <a:r>
              <a:rPr lang="ja-JP" altLang="en-US" sz="2000" dirty="0"/>
              <a:t>”</a:t>
            </a:r>
            <a:r>
              <a:rPr lang="en-US" altLang="ja-JP" sz="2000" dirty="0"/>
              <a:t>measure" </a:t>
            </a:r>
          </a:p>
          <a:p>
            <a:pPr marL="11430">
              <a:lnSpc>
                <a:spcPts val="2580"/>
              </a:lnSpc>
              <a:buClr>
                <a:srgbClr val="375F92"/>
              </a:buClr>
              <a:buSzPct val="135000"/>
              <a:tabLst>
                <a:tab pos="362585" algn="l"/>
              </a:tabLst>
            </a:pPr>
            <a:r>
              <a:rPr lang="ja-JP" altLang="en-US" sz="2000" spc="-15" dirty="0">
                <a:latin typeface="MS PGothic"/>
                <a:cs typeface="MS PGothic"/>
              </a:rPr>
              <a:t>　　</a:t>
            </a:r>
            <a:r>
              <a:rPr lang="en-US" altLang="ja-JP" sz="2000" spc="-15" dirty="0" err="1">
                <a:latin typeface="MS PGothic"/>
                <a:cs typeface="MS PGothic"/>
              </a:rPr>
              <a:t>rapaberry</a:t>
            </a:r>
            <a:r>
              <a:rPr lang="en-US" altLang="ja-JP" sz="2000" spc="-15" dirty="0">
                <a:latin typeface="MS PGothic"/>
                <a:cs typeface="MS PGothic"/>
              </a:rPr>
              <a:t> pi </a:t>
            </a:r>
            <a:r>
              <a:rPr lang="en-US" altLang="ja-JP" sz="2000" spc="-15" dirty="0" err="1">
                <a:latin typeface="MS PGothic"/>
                <a:cs typeface="MS PGothic"/>
              </a:rPr>
              <a:t>pico</a:t>
            </a:r>
            <a:r>
              <a:rPr lang="en-US" altLang="ja-JP" sz="2000" spc="-15" dirty="0">
                <a:latin typeface="MS PGothic"/>
                <a:cs typeface="MS PGothic"/>
              </a:rPr>
              <a:t> </a:t>
            </a:r>
            <a:r>
              <a:rPr lang="ja-JP" altLang="en-US" sz="2000" spc="-15" dirty="0">
                <a:latin typeface="MS PGothic"/>
                <a:cs typeface="MS PGothic"/>
              </a:rPr>
              <a:t>にある</a:t>
            </a:r>
            <a:r>
              <a:rPr lang="en-US" altLang="ja-JP" sz="1800" spc="-25" dirty="0">
                <a:latin typeface="MS PGothic"/>
                <a:cs typeface="MS PGothic"/>
              </a:rPr>
              <a:t>code.py</a:t>
            </a:r>
            <a:r>
              <a:rPr lang="ja-JP" altLang="en-US" sz="1800" spc="-25" dirty="0">
                <a:latin typeface="MS PGothic"/>
                <a:cs typeface="MS PGothic"/>
              </a:rPr>
              <a:t>の</a:t>
            </a:r>
            <a:r>
              <a:rPr lang="en-US" altLang="ja-JP" sz="1800" spc="-25" dirty="0">
                <a:latin typeface="MS PGothic"/>
                <a:cs typeface="MS PGothic"/>
              </a:rPr>
              <a:t>15</a:t>
            </a:r>
            <a:r>
              <a:rPr lang="ja-JP" altLang="en-US" sz="1800" spc="-25" dirty="0">
                <a:latin typeface="MS PGothic"/>
                <a:cs typeface="MS PGothic"/>
              </a:rPr>
              <a:t>行目を</a:t>
            </a:r>
            <a:r>
              <a:rPr lang="en-US" altLang="ja-JP" dirty="0"/>
              <a:t>MODE = "measure" </a:t>
            </a:r>
            <a:r>
              <a:rPr lang="ja-JP" altLang="en-US" sz="1800" spc="-25" dirty="0">
                <a:latin typeface="MS PGothic"/>
                <a:cs typeface="MS PGothic"/>
              </a:rPr>
              <a:t>にします。</a:t>
            </a:r>
            <a:endParaRPr sz="1800" dirty="0">
              <a:latin typeface="MS PGothic"/>
              <a:cs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722417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C5F6B-5D95-412D-9AC2-37DFAF9D4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1E724F3-182E-815B-40E7-E712E4AE7BE4}"/>
              </a:ext>
            </a:extLst>
          </p:cNvPr>
          <p:cNvSpPr txBox="1"/>
          <p:nvPr/>
        </p:nvSpPr>
        <p:spPr>
          <a:xfrm>
            <a:off x="1079500" y="268321"/>
            <a:ext cx="6248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3200" b="1" spc="-20">
                <a:latin typeface="MS PGothic"/>
                <a:cs typeface="MS PGothic"/>
              </a:rPr>
              <a:t>リアルタイムデモ</a:t>
            </a:r>
            <a:endParaRPr sz="3200" dirty="0">
              <a:latin typeface="MS PGothic"/>
              <a:cs typeface="MS P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435BD4-F68E-E233-ECAF-FDBFA1D398CC}"/>
              </a:ext>
            </a:extLst>
          </p:cNvPr>
          <p:cNvSpPr txBox="1"/>
          <p:nvPr/>
        </p:nvSpPr>
        <p:spPr>
          <a:xfrm>
            <a:off x="1155700" y="1356931"/>
            <a:ext cx="8450580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indent="-351155">
              <a:lnSpc>
                <a:spcPts val="2580"/>
              </a:lnSpc>
              <a:buClr>
                <a:srgbClr val="375F92"/>
              </a:buClr>
              <a:buSzPct val="135000"/>
              <a:buFont typeface="Wingdings"/>
              <a:buChar char=""/>
              <a:tabLst>
                <a:tab pos="362585" algn="l"/>
              </a:tabLst>
            </a:pPr>
            <a:r>
              <a:rPr lang="en-US" altLang="ja-JP" sz="2000" dirty="0"/>
              <a:t>MODE </a:t>
            </a:r>
            <a:r>
              <a:rPr lang="en-US" altLang="ja-JP" sz="2000"/>
              <a:t>= " measure " </a:t>
            </a:r>
            <a:endParaRPr lang="en-US" altLang="ja-JP" sz="2000" dirty="0"/>
          </a:p>
          <a:p>
            <a:pPr marL="11430">
              <a:lnSpc>
                <a:spcPts val="2580"/>
              </a:lnSpc>
              <a:buClr>
                <a:srgbClr val="375F92"/>
              </a:buClr>
              <a:buSzPct val="135000"/>
              <a:tabLst>
                <a:tab pos="362585" algn="l"/>
              </a:tabLst>
            </a:pPr>
            <a:r>
              <a:rPr lang="ja-JP" altLang="en-US" sz="2000" spc="-15" dirty="0">
                <a:latin typeface="MS PGothic"/>
                <a:cs typeface="MS PGothic"/>
              </a:rPr>
              <a:t>　　</a:t>
            </a:r>
            <a:r>
              <a:rPr sz="1800" spc="-15" dirty="0">
                <a:latin typeface="MS PGothic"/>
                <a:cs typeface="MS PGothic"/>
              </a:rPr>
              <a:t>「</a:t>
            </a:r>
            <a:r>
              <a:rPr sz="1800" spc="-15" dirty="0" err="1">
                <a:latin typeface="MS PGothic"/>
                <a:cs typeface="MS PGothic"/>
              </a:rPr>
              <a:t>コード資料.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5" dirty="0" err="1">
                <a:latin typeface="MS PGothic"/>
                <a:cs typeface="MS PGothic"/>
              </a:rPr>
              <a:t>」を</a:t>
            </a:r>
            <a:r>
              <a:rPr sz="1800" spc="-10" dirty="0" err="1">
                <a:latin typeface="MS PGothic"/>
                <a:cs typeface="MS PGothic"/>
              </a:rPr>
              <a:t>ZIP</a:t>
            </a:r>
            <a:r>
              <a:rPr sz="1800" spc="-25" dirty="0" err="1">
                <a:latin typeface="MS PGothic"/>
                <a:cs typeface="MS PGothic"/>
              </a:rPr>
              <a:t>展開</a:t>
            </a:r>
            <a:r>
              <a:rPr lang="ja-JP" altLang="en-US" sz="1800" spc="-25" dirty="0">
                <a:latin typeface="MS PGothic"/>
                <a:cs typeface="MS PGothic"/>
              </a:rPr>
              <a:t>した</a:t>
            </a:r>
            <a:r>
              <a:rPr lang="en-US" altLang="ja-JP" sz="1800" spc="-25" dirty="0">
                <a:latin typeface="MS PGothic"/>
                <a:cs typeface="MS PGothic"/>
              </a:rPr>
              <a:t>code.py</a:t>
            </a:r>
            <a:r>
              <a:rPr lang="ja-JP" altLang="en-US" sz="1800" spc="-25" dirty="0">
                <a:latin typeface="MS PGothic"/>
                <a:cs typeface="MS PGothic"/>
              </a:rPr>
              <a:t>の</a:t>
            </a:r>
            <a:r>
              <a:rPr lang="en-US" altLang="ja-JP" sz="1800" spc="-25" dirty="0">
                <a:latin typeface="MS PGothic"/>
                <a:cs typeface="MS PGothic"/>
              </a:rPr>
              <a:t>15</a:t>
            </a:r>
            <a:r>
              <a:rPr lang="ja-JP" altLang="en-US" sz="1800" spc="-25" dirty="0">
                <a:latin typeface="MS PGothic"/>
                <a:cs typeface="MS PGothic"/>
              </a:rPr>
              <a:t>行目を</a:t>
            </a:r>
            <a:r>
              <a:rPr lang="en-US" altLang="ja-JP" dirty="0"/>
              <a:t>MODE = "scan" </a:t>
            </a:r>
          </a:p>
          <a:p>
            <a:pPr marL="469900">
              <a:lnSpc>
                <a:spcPts val="2080"/>
              </a:lnSpc>
            </a:pPr>
            <a:r>
              <a:rPr lang="ja-JP" altLang="en-US" sz="1800" spc="-25" dirty="0">
                <a:latin typeface="MS PGothic"/>
                <a:cs typeface="MS PGothic"/>
              </a:rPr>
              <a:t>にします。</a:t>
            </a:r>
            <a:endParaRPr sz="1800" dirty="0">
              <a:latin typeface="MS PGothic"/>
              <a:cs typeface="MS P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AE8883F-8F67-5F93-CE0A-9F6528D76F5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3C064AAA-BCB0-8AAD-91F2-5924BC657DAC}"/>
              </a:ext>
            </a:extLst>
          </p:cNvPr>
          <p:cNvSpPr txBox="1"/>
          <p:nvPr/>
        </p:nvSpPr>
        <p:spPr>
          <a:xfrm>
            <a:off x="1231900" y="2478871"/>
            <a:ext cx="84505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ja-JP" altLang="en-US" sz="3200" dirty="0"/>
              <a:t>👉 息を吹きかける</a:t>
            </a:r>
          </a:p>
          <a:p>
            <a:pPr rtl="0"/>
            <a:r>
              <a:rPr lang="ja-JP" altLang="en-US" sz="3200" dirty="0">
                <a:solidFill>
                  <a:schemeClr val="dk1"/>
                </a:solidFill>
              </a:rPr>
              <a:t>　　湿度 ↑</a:t>
            </a:r>
            <a:br>
              <a:rPr lang="ja-JP" altLang="en-US" sz="3200" dirty="0">
                <a:solidFill>
                  <a:schemeClr val="dk1"/>
                </a:solidFill>
              </a:rPr>
            </a:br>
            <a:r>
              <a:rPr lang="ja-JP" altLang="en-US" sz="3200" dirty="0">
                <a:solidFill>
                  <a:schemeClr val="dk1"/>
                </a:solidFill>
              </a:rPr>
              <a:t>　　温度 ↑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A2285CC-3E2D-7371-94E1-16645B0E0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467" y="3203839"/>
            <a:ext cx="4940300" cy="342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64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336550"/>
            <a:ext cx="64046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「Raspberry</a:t>
            </a:r>
            <a:r>
              <a:rPr sz="2800" spc="-60" dirty="0"/>
              <a:t> </a:t>
            </a:r>
            <a:r>
              <a:rPr sz="2800" dirty="0"/>
              <a:t>Pi Pico</a:t>
            </a:r>
            <a:r>
              <a:rPr sz="2800" spc="-10" dirty="0"/>
              <a:t> </a:t>
            </a:r>
            <a:r>
              <a:rPr sz="2800" dirty="0"/>
              <a:t>W</a:t>
            </a:r>
            <a:r>
              <a:rPr sz="2800" spc="-30" dirty="0"/>
              <a:t>」ハンズオンのまとめ</a:t>
            </a:r>
            <a:endParaRPr sz="2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45686" y="1752857"/>
            <a:ext cx="8602028" cy="4057136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42900" indent="-330200">
              <a:lnSpc>
                <a:spcPct val="100000"/>
              </a:lnSpc>
              <a:spcBef>
                <a:spcPts val="725"/>
              </a:spcBef>
              <a:buClr>
                <a:srgbClr val="375F92"/>
              </a:buClr>
              <a:buSzPct val="80000"/>
              <a:buFont typeface="Wingdings"/>
              <a:buChar char=""/>
              <a:tabLst>
                <a:tab pos="342900" algn="l"/>
              </a:tabLst>
            </a:pPr>
            <a:r>
              <a:rPr sz="2400" dirty="0"/>
              <a:t>「</a:t>
            </a:r>
            <a:r>
              <a:rPr lang="en-US" altLang="ja-JP" sz="2400" dirty="0"/>
              <a:t>BME280</a:t>
            </a:r>
            <a:r>
              <a:rPr lang="ja-JP" altLang="en-US" sz="2400" dirty="0"/>
              <a:t>基板」をブレッドボードに配線</a:t>
            </a:r>
            <a:endParaRPr sz="2400" spc="-15" dirty="0"/>
          </a:p>
          <a:p>
            <a:pPr marL="482600">
              <a:lnSpc>
                <a:spcPct val="100000"/>
              </a:lnSpc>
              <a:spcBef>
                <a:spcPts val="500"/>
              </a:spcBef>
            </a:pPr>
            <a:r>
              <a:rPr lang="ja-JP" altLang="en-US" sz="2400" dirty="0"/>
              <a:t>ブレッドボードに</a:t>
            </a:r>
            <a:r>
              <a:rPr lang="en-US" sz="2400" spc="-10" dirty="0"/>
              <a:t>「BME280</a:t>
            </a:r>
            <a:r>
              <a:rPr lang="ja-JP" altLang="en-US" sz="2400" spc="-10" dirty="0"/>
              <a:t>基板」を設置</a:t>
            </a:r>
            <a:endParaRPr lang="ja-JP" altLang="en-US" sz="2400" dirty="0"/>
          </a:p>
          <a:p>
            <a:pPr marL="482600" marR="1760855">
              <a:lnSpc>
                <a:spcPct val="126000"/>
              </a:lnSpc>
            </a:pPr>
            <a:r>
              <a:rPr lang="ja-JP" altLang="en-US" sz="2400" spc="-10" dirty="0"/>
              <a:t>ジャンプワイヤーで</a:t>
            </a:r>
            <a:r>
              <a:rPr lang="en-US" altLang="ja-JP" sz="2400" spc="-10" dirty="0"/>
              <a:t>PICO</a:t>
            </a:r>
            <a:r>
              <a:rPr lang="ja-JP" altLang="en-US" sz="2400" spc="-10" dirty="0"/>
              <a:t>と接続する。</a:t>
            </a:r>
            <a:endParaRPr lang="en-US" altLang="ja-JP" sz="2400" spc="-10" dirty="0"/>
          </a:p>
          <a:p>
            <a:pPr marL="482600" marR="1760855">
              <a:lnSpc>
                <a:spcPct val="126000"/>
              </a:lnSpc>
            </a:pPr>
            <a:r>
              <a:rPr lang="ja-JP" altLang="en-US" sz="2400" spc="-35" dirty="0"/>
              <a:t>電源ショートの確認（重要）</a:t>
            </a:r>
            <a:endParaRPr lang="ja-JP" altLang="en-US" sz="2400" dirty="0"/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Clr>
                <a:srgbClr val="375F92"/>
              </a:buClr>
              <a:buSzPct val="88888"/>
              <a:buFont typeface="Wingdings"/>
              <a:buChar char=""/>
              <a:tabLst>
                <a:tab pos="342900" algn="l"/>
              </a:tabLst>
            </a:pPr>
            <a:r>
              <a:rPr lang="ja-JP" altLang="en-US" sz="2400" dirty="0"/>
              <a:t>「</a:t>
            </a:r>
            <a:r>
              <a:rPr lang="en-US" altLang="ja-JP" sz="2400" dirty="0"/>
              <a:t>BME280</a:t>
            </a:r>
            <a:r>
              <a:rPr lang="ja-JP" altLang="en-US" sz="2400" dirty="0"/>
              <a:t>基板」から</a:t>
            </a:r>
            <a:r>
              <a:rPr lang="ja-JP" altLang="en-US" sz="2400" spc="-20" dirty="0"/>
              <a:t>温度、気圧、湿度測定</a:t>
            </a:r>
            <a:endParaRPr lang="ja-JP" altLang="en-US" sz="2400" dirty="0"/>
          </a:p>
          <a:p>
            <a:pPr marL="482600" marR="250825">
              <a:lnSpc>
                <a:spcPct val="126000"/>
              </a:lnSpc>
            </a:pPr>
            <a:r>
              <a:rPr lang="en-US" altLang="ja-JP" sz="2400" spc="-20" dirty="0"/>
              <a:t>Thonny</a:t>
            </a:r>
            <a:r>
              <a:rPr lang="ja-JP" altLang="en-US" sz="2400" spc="-20" dirty="0"/>
              <a:t>に温度測定ソフトと</a:t>
            </a:r>
            <a:r>
              <a:rPr lang="en-US" altLang="ja-JP" sz="2400" spc="-20" dirty="0"/>
              <a:t>BME28</a:t>
            </a:r>
            <a:r>
              <a:rPr lang="ja-JP" altLang="en-US" sz="2400" spc="-20" dirty="0"/>
              <a:t>０ライブラリをインストール</a:t>
            </a:r>
            <a:endParaRPr lang="en-US" altLang="ja-JP" sz="2400" spc="-20" dirty="0"/>
          </a:p>
          <a:p>
            <a:pPr marL="482600" marR="250825">
              <a:lnSpc>
                <a:spcPct val="126000"/>
              </a:lnSpc>
            </a:pPr>
            <a:r>
              <a:rPr lang="ja-JP" altLang="en-US" sz="2400" spc="-20" dirty="0"/>
              <a:t>温度測定ソフトと</a:t>
            </a:r>
            <a:r>
              <a:rPr lang="en-US" altLang="ja-JP" sz="2400" spc="-20" dirty="0"/>
              <a:t>BME28</a:t>
            </a:r>
            <a:r>
              <a:rPr lang="ja-JP" altLang="en-US" sz="2400" spc="-20" dirty="0"/>
              <a:t>０ライブラリを</a:t>
            </a:r>
            <a:r>
              <a:rPr sz="2400" dirty="0"/>
              <a:t>Raspberry</a:t>
            </a:r>
            <a:r>
              <a:rPr sz="2400" spc="35" dirty="0"/>
              <a:t> </a:t>
            </a:r>
            <a:r>
              <a:rPr sz="2400" dirty="0"/>
              <a:t>Pi</a:t>
            </a:r>
            <a:r>
              <a:rPr sz="2400" spc="-10" dirty="0"/>
              <a:t> </a:t>
            </a:r>
            <a:r>
              <a:rPr sz="2400" dirty="0"/>
              <a:t>Pico</a:t>
            </a:r>
            <a:r>
              <a:rPr sz="2400" spc="10" dirty="0"/>
              <a:t> </a:t>
            </a:r>
            <a:r>
              <a:rPr sz="2400" dirty="0" err="1"/>
              <a:t>W</a:t>
            </a:r>
            <a:r>
              <a:rPr sz="2400" spc="-40" dirty="0" err="1"/>
              <a:t>に書込む</a:t>
            </a:r>
            <a:r>
              <a:rPr sz="2400" spc="-50" dirty="0"/>
              <a:t> </a:t>
            </a:r>
            <a:endParaRPr lang="en-US" sz="2400" spc="-50" dirty="0"/>
          </a:p>
          <a:p>
            <a:pPr marL="482600" marR="250825">
              <a:lnSpc>
                <a:spcPct val="126000"/>
              </a:lnSpc>
            </a:pPr>
            <a:r>
              <a:rPr lang="ja-JP" altLang="en-US" sz="2400" spc="-20" dirty="0"/>
              <a:t>温度測定ソフト</a:t>
            </a:r>
            <a:r>
              <a:rPr sz="2400" spc="-15" dirty="0" err="1"/>
              <a:t>の実行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68220" y="3112770"/>
            <a:ext cx="73018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5" dirty="0">
                <a:latin typeface="MS PGothic"/>
                <a:cs typeface="MS PGothic"/>
              </a:rPr>
              <a:t>ご静聴ありがとうございました。</a:t>
            </a:r>
            <a:endParaRPr sz="4400">
              <a:latin typeface="MS PGothic"/>
              <a:cs typeface="MS P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Words>547</Words>
  <Application>Microsoft Office PowerPoint</Application>
  <PresentationFormat>ユーザー設定</PresentationFormat>
  <Paragraphs>97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MS PGothic</vt:lpstr>
      <vt:lpstr>Yu Gothic</vt:lpstr>
      <vt:lpstr>Calibri</vt:lpstr>
      <vt:lpstr>Wingdings</vt:lpstr>
      <vt:lpstr>Office Theme</vt:lpstr>
      <vt:lpstr>PowerPoint プレゼンテーション</vt:lpstr>
      <vt:lpstr>PowerPoint プレゼンテーション</vt:lpstr>
      <vt:lpstr>PowerPoint プレゼンテーション</vt:lpstr>
      <vt:lpstr>何が分かる？</vt:lpstr>
      <vt:lpstr>PowerPoint プレゼンテーション</vt:lpstr>
      <vt:lpstr>配線作業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「Raspberry Pi Pico W」ハンズオンのまとめ</vt:lpstr>
      <vt:lpstr>ご静聴ありがとうございました。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RaspberryPicoを使ってIoTを体感しよう。</dc:title>
  <dc:creator>宮本賢</dc:creator>
  <cp:lastModifiedBy>賢 宮本</cp:lastModifiedBy>
  <cp:revision>1</cp:revision>
  <dcterms:created xsi:type="dcterms:W3CDTF">2026-03-06T01:40:23Z</dcterms:created>
  <dcterms:modified xsi:type="dcterms:W3CDTF">2026-04-14T04:57:32Z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2026-03-06T00:00:00Z</vt:filetime>
  </property>
  <property fmtid="{D5CDD505-2E9C-101B-9397-08002B2CF9AE}" pid="5" name="Producer">
    <vt:lpwstr>Microsoft® PowerPoint® for Microsoft 365</vt:lpwstr>
  </property>
</Properties>
</file>